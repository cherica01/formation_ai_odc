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8" r:id="rId2"/>
    <p:sldId id="269" r:id="rId3"/>
    <p:sldId id="270" r:id="rId4"/>
    <p:sldId id="272" r:id="rId5"/>
    <p:sldId id="273" r:id="rId6"/>
    <p:sldId id="274" r:id="rId7"/>
    <p:sldId id="275" r:id="rId8"/>
    <p:sldId id="27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267" autoAdjust="0"/>
  </p:normalViewPr>
  <p:slideViewPr>
    <p:cSldViewPr snapToGrid="0">
      <p:cViewPr varScale="1">
        <p:scale>
          <a:sx n="67" d="100"/>
          <a:sy n="67" d="100"/>
        </p:scale>
        <p:origin x="12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2447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10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2654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0043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823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559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872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du CNN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Pour une image 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modéliser pour 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plusieurs images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5D99AF-4167-4FE5-80C9-1F96CBE72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553"/>
            <a:ext cx="8122920" cy="685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d’une classe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1B73D80-4353-4F92-A716-A82809693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30" y="14518"/>
            <a:ext cx="8065770" cy="681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46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d’une classe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Rappel : (code en haut)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78081D-51DE-4949-84AD-757DB9D19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810" y="29594"/>
            <a:ext cx="7997190" cy="683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89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d’une classe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82E7FAE-5E31-45A8-A51B-ECCF69BE2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220" y="13184"/>
            <a:ext cx="8058097" cy="681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5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 propagation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FDD6262-DD60-417B-85F8-7FE3EF672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91" y="-1085"/>
            <a:ext cx="8042910" cy="685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7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 propagation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B11B94-2245-4703-BF65-37F8C4AE1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26225"/>
            <a:ext cx="8020050" cy="68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1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de modèle CNN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Interpréter le résultat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ED972F-3EB6-45EB-8AF0-CB2AFC6DA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31" y="-4817"/>
            <a:ext cx="8065770" cy="685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03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873005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Modélisation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773238"/>
            <a:ext cx="9144000" cy="2250122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 perte</a:t>
            </a:r>
          </a:p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8CAC34-D905-43BF-B61C-EB87C7094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858"/>
            <a:ext cx="8077200" cy="682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4064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83</Words>
  <Application>Microsoft Office PowerPoint</Application>
  <PresentationFormat>Grand écran</PresentationFormat>
  <Paragraphs>33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Thème Office</vt:lpstr>
      <vt:lpstr>CNN &amp;  Modélisation</vt:lpstr>
      <vt:lpstr>CNN &amp;  Modélisation</vt:lpstr>
      <vt:lpstr>CNN &amp;  Modélisation</vt:lpstr>
      <vt:lpstr>CNN &amp;  Modélisation</vt:lpstr>
      <vt:lpstr>CNN &amp;  Modélisation</vt:lpstr>
      <vt:lpstr>CNN &amp;  Modélisation</vt:lpstr>
      <vt:lpstr>CNN &amp;  Modélisation</vt:lpstr>
      <vt:lpstr>CNN &amp;  Modélisation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405</cp:revision>
  <dcterms:created xsi:type="dcterms:W3CDTF">2026-09-13T16:30:22Z</dcterms:created>
  <dcterms:modified xsi:type="dcterms:W3CDTF">2026-09-14T04:53:39Z</dcterms:modified>
</cp:coreProperties>
</file>