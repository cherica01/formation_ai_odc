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71" r:id="rId4"/>
    <p:sldId id="272" r:id="rId5"/>
    <p:sldId id="270" r:id="rId6"/>
    <p:sldId id="274" r:id="rId7"/>
    <p:sldId id="275" r:id="rId8"/>
    <p:sldId id="276" r:id="rId9"/>
    <p:sldId id="277" r:id="rId10"/>
    <p:sldId id="278" r:id="rId11"/>
    <p:sldId id="280" r:id="rId12"/>
    <p:sldId id="281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267" autoAdjust="0"/>
  </p:normalViewPr>
  <p:slideViewPr>
    <p:cSldViewPr snapToGrid="0">
      <p:cViewPr varScale="1">
        <p:scale>
          <a:sx n="67" d="100"/>
          <a:sy n="67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6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05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071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528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317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0229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068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161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021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429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108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690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C51F26-79B5-4752-A01A-445B54CD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-8679"/>
            <a:ext cx="8191500" cy="686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Récupération d’image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(avec étiquette)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502F00D-658D-4AF5-B726-3BDF04771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-5150"/>
            <a:ext cx="8168640" cy="686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4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Récupération d’image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(sans étiquette)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B135DC-EDEF-4594-83EA-94E2F957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790" y="-26984"/>
            <a:ext cx="8157210" cy="68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6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Récupération d’image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(sans étiquette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remodeler en 28x28)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F02A70B-E330-4CF9-A3F1-0F3AB1851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060" y="34579"/>
            <a:ext cx="8195257" cy="672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1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de l’image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B2A4EE-6364-4D0F-B35D-0E9DF217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-4277"/>
            <a:ext cx="8214360" cy="686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9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95CA3A7-7C63-4B4F-9B6A-EFA3A5FC2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1" y="-2423"/>
            <a:ext cx="8054340" cy="686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57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95CA3A7-7C63-4B4F-9B6A-EFA3A5FC2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1" y="-2423"/>
            <a:ext cx="8054340" cy="686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6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77E72A-7188-434D-B4DA-D09EDB109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810" y="25538"/>
            <a:ext cx="7997190" cy="683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4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autre image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04DDA79-D2F8-45EE-B322-4AB580E44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-4815"/>
            <a:ext cx="8054340" cy="68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6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autre image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04A0317-1803-43C2-8D8E-357F8C4CF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510" y="11605"/>
            <a:ext cx="8111490" cy="684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57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autre image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E1B9FA-891B-4866-905E-6B4217DEE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71" y="-7605"/>
            <a:ext cx="8088630" cy="686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80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Image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autre image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6660DD5-8442-47D0-90B9-C368FB221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790" y="-4859"/>
            <a:ext cx="8157210" cy="686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137</Words>
  <Application>Microsoft Office PowerPoint</Application>
  <PresentationFormat>Grand écran</PresentationFormat>
  <Paragraphs>40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Thème Office</vt:lpstr>
      <vt:lpstr>CNN &amp;  Nouvelle Image  </vt:lpstr>
      <vt:lpstr>CNN &amp;  Nouvelle Image  </vt:lpstr>
      <vt:lpstr>CNN &amp;  Nouvelle Image  </vt:lpstr>
      <vt:lpstr>CNN &amp;  Nouvelle Image  </vt:lpstr>
      <vt:lpstr>CNN &amp;  Nouvelle Image  </vt:lpstr>
      <vt:lpstr>CNN &amp;  Nouvelle Image  </vt:lpstr>
      <vt:lpstr>CNN &amp;  Nouvelle Image  </vt:lpstr>
      <vt:lpstr>CNN &amp;  Nouvelle Image  </vt:lpstr>
      <vt:lpstr>CNN &amp;  Nouvelle Image  </vt:lpstr>
      <vt:lpstr>CNN &amp;  Nouvelle Image  </vt:lpstr>
      <vt:lpstr>CNN &amp;  Nouvelle Image  </vt:lpstr>
      <vt:lpstr>CNN &amp;  Nouvelle Image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459</cp:revision>
  <dcterms:created xsi:type="dcterms:W3CDTF">2026-09-13T16:30:22Z</dcterms:created>
  <dcterms:modified xsi:type="dcterms:W3CDTF">2026-09-14T10:38:00Z</dcterms:modified>
</cp:coreProperties>
</file>