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0" r:id="rId13"/>
    <p:sldId id="279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267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290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48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68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62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97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4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851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840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500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680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215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928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13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486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309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309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578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813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Remplissage = </a:t>
            </a:r>
            <a:r>
              <a:rPr lang="fr-FR" dirty="0" err="1"/>
              <a:t>répetition</a:t>
            </a:r>
            <a:r>
              <a:rPr lang="fr-FR" dirty="0"/>
              <a:t> = bourrage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578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Remplissage = </a:t>
            </a:r>
            <a:r>
              <a:rPr lang="fr-FR" dirty="0" err="1"/>
              <a:t>répetition</a:t>
            </a:r>
            <a:r>
              <a:rPr lang="fr-FR" dirty="0"/>
              <a:t> = bourrage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336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Bonne donnée au milieu,</a:t>
            </a:r>
          </a:p>
          <a:p>
            <a:r>
              <a:rPr lang="fr-FR" dirty="0"/>
              <a:t>Pixels </a:t>
            </a:r>
            <a:r>
              <a:rPr lang="fr-FR" dirty="0" err="1"/>
              <a:t>exterieurs</a:t>
            </a:r>
            <a:r>
              <a:rPr lang="fr-FR" dirty="0"/>
              <a:t> sont supprimés</a:t>
            </a:r>
          </a:p>
          <a:p>
            <a:r>
              <a:rPr lang="fr-FR" dirty="0" err="1"/>
              <a:t>Desactivés</a:t>
            </a:r>
            <a:r>
              <a:rPr lang="fr-FR" dirty="0"/>
              <a:t> le remplissage</a:t>
            </a:r>
          </a:p>
          <a:p>
            <a:r>
              <a:rPr lang="fr-FR" dirty="0"/>
              <a:t>Rapidité de calcul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Si perdre information n’est </a:t>
            </a:r>
            <a:r>
              <a:rPr lang="fr-FR" dirty="0" err="1"/>
              <a:t>negligable</a:t>
            </a:r>
            <a:r>
              <a:rPr lang="fr-FR" dirty="0"/>
              <a:t>, il faut ajouter de bourrage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989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Regroupement = </a:t>
            </a:r>
            <a:r>
              <a:rPr lang="fr-FR" dirty="0" err="1"/>
              <a:t>maxpool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Taille du noyau = 2x2 et pas 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65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617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017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891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3895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9152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09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090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1205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9377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811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34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9485E48-F7D4-4F71-8672-79FC9CF5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-3849"/>
            <a:ext cx="8095129" cy="686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9485E48-F7D4-4F71-8672-79FC9CF5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-3849"/>
            <a:ext cx="8095129" cy="686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1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Chargeur de données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par lot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(batch)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749EF2-4F35-4DF7-95B4-7F92A066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24" y="-696"/>
            <a:ext cx="8032376" cy="68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2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Chargeur de données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(voir en haut 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BBD59E3-982B-4B19-9883-95E6F8F5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-3329"/>
            <a:ext cx="8534400" cy="686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4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Chargeur de données 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d’entraînement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test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A0DE68-7C90-4C16-8379-360AB63F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565" y="2431"/>
            <a:ext cx="8525435" cy="68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3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Quels sont les paramètres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conv2d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AF3EB0-6A90-4E58-8117-F8FEB2501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94" y="0"/>
            <a:ext cx="865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Parcours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d’entraînement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70A21FF-28B5-406E-B903-A8D544512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836" y="0"/>
            <a:ext cx="8132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3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2EDA83-3D63-4662-928F-722E221FF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812" y="9657"/>
            <a:ext cx="8588189" cy="68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2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7EDA9DB-0869-443E-B6B8-85C571A71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14161"/>
            <a:ext cx="8534400" cy="684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3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Première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1D28DA-3EBD-4BE4-BB7A-B5C898D06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4617"/>
            <a:ext cx="8903588" cy="68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en haut)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92A5DAA-7E42-4EE2-BABC-A150EEBE191A}"/>
              </a:ext>
            </a:extLst>
          </p:cNvPr>
          <p:cNvGrpSpPr/>
          <p:nvPr/>
        </p:nvGrpSpPr>
        <p:grpSpPr>
          <a:xfrm>
            <a:off x="4105835" y="-43066"/>
            <a:ext cx="8151896" cy="5364740"/>
            <a:chOff x="4105835" y="-43066"/>
            <a:chExt cx="8151896" cy="536474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300FC2D5-0D19-4C72-8B06-C9EFD8A092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2095"/>
            <a:stretch/>
          </p:blipFill>
          <p:spPr>
            <a:xfrm>
              <a:off x="4105835" y="-43066"/>
              <a:ext cx="8151896" cy="536474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D306464-355A-49D2-9A67-46658FD88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0353" y="2308696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165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Première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9C60AC-0A9D-49C9-9FB0-5B38ADC63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4737"/>
            <a:ext cx="8095129" cy="685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8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de F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en haut)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45BB2F-4E67-47F7-BF2F-7A244C1F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5" y="7437"/>
            <a:ext cx="8068235" cy="685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26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après première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A6FC48-0182-43A5-871A-A826293B1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519" y="-2523"/>
            <a:ext cx="8005482" cy="686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après première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0F2EEE-5CBE-433B-BDC3-74DEF01D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553" y="38368"/>
            <a:ext cx="8014447" cy="681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6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E8301F3-7B81-49B7-8E2E-86291E77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07" y="23584"/>
            <a:ext cx="8104094" cy="683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6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822C0B-83D4-4157-93FE-767D5FDA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941" y="24487"/>
            <a:ext cx="8113059" cy="683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8"/>
            <a:ext cx="9231683" cy="2108480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: ( code en haut)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DE7019C-7C85-426E-81FA-6508A3AE9C4A}"/>
              </a:ext>
            </a:extLst>
          </p:cNvPr>
          <p:cNvGrpSpPr/>
          <p:nvPr/>
        </p:nvGrpSpPr>
        <p:grpSpPr>
          <a:xfrm>
            <a:off x="4062155" y="0"/>
            <a:ext cx="8130988" cy="6860811"/>
            <a:chOff x="4062155" y="0"/>
            <a:chExt cx="8130988" cy="6860811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A02DAB15-8168-4848-AB40-00BE2C801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2155" y="0"/>
              <a:ext cx="8130988" cy="6860811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961AE19E-CFFA-4063-85B8-6D441B37B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0499" y="2593885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919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26x26 images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 cette réduction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28x28 images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112731-79A3-4AC3-9EE4-D6151DAA8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24" y="-3042"/>
            <a:ext cx="8184776" cy="686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73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26x26 images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sans remplissage</a:t>
            </a: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avec marge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3D58E6-001F-4A12-8B02-A771B6F20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14484"/>
            <a:ext cx="8465821" cy="684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08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26x26 images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sans remplissage</a:t>
            </a: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avec marge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D4FC8B-CB51-49FB-9626-14B197EC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295"/>
            <a:ext cx="8031480" cy="681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30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Signification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filtres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26x26 images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sans remplissage</a:t>
            </a:r>
          </a:p>
          <a:p>
            <a:pPr algn="l"/>
            <a:r>
              <a:rPr lang="fr-FR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Images avec marge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D4FC8B-CB51-49FB-9626-14B197EC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295"/>
            <a:ext cx="8031480" cy="681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1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Premier Regroupement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image 13x13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7DE034-57F3-44F0-AEE9-B37D7BCE8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0" y="-30263"/>
            <a:ext cx="8088630" cy="688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00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Premier Regroupement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Rép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26/2 = 13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A99735-C220-4B19-9EB3-D18D8D866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0" y="-15479"/>
            <a:ext cx="8088630" cy="68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24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D50BB11-3E38-44F7-91B7-1EA9720C0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1" y="1836"/>
            <a:ext cx="8088630" cy="68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55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conv2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10A79D1-5F4F-4879-8EA1-30B14FDA7FEB}"/>
              </a:ext>
            </a:extLst>
          </p:cNvPr>
          <p:cNvGrpSpPr/>
          <p:nvPr/>
        </p:nvGrpSpPr>
        <p:grpSpPr>
          <a:xfrm>
            <a:off x="4069080" y="6323"/>
            <a:ext cx="8210841" cy="6851677"/>
            <a:chOff x="4069080" y="6323"/>
            <a:chExt cx="8210841" cy="685167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68955478-E8A7-4382-BD47-02D835CDE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9080" y="6323"/>
              <a:ext cx="8210841" cy="6851677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A03CC2A-3610-46B1-A227-B1B49DA91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6219" y="3587100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789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conv2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sorties de conv1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deviennent :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entrées de conv2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C3ECD0A-1029-4747-8869-4AC4F3C14D7D}"/>
              </a:ext>
            </a:extLst>
          </p:cNvPr>
          <p:cNvGrpSpPr/>
          <p:nvPr/>
        </p:nvGrpSpPr>
        <p:grpSpPr>
          <a:xfrm>
            <a:off x="4149091" y="21063"/>
            <a:ext cx="8042910" cy="6836937"/>
            <a:chOff x="4149091" y="21063"/>
            <a:chExt cx="8042910" cy="683693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9824530-CC77-4419-9E13-D4FF746A5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9091" y="21063"/>
              <a:ext cx="8042910" cy="6836937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4880A3C5-98D4-46E8-B507-C8B7A80A7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3359" y="3587100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4632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conv2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sorties de conv1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deviennent :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entrées de conv2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D6AD7C8-86E8-4839-83E6-44D60930AF23}"/>
              </a:ext>
            </a:extLst>
          </p:cNvPr>
          <p:cNvGrpSpPr/>
          <p:nvPr/>
        </p:nvGrpSpPr>
        <p:grpSpPr>
          <a:xfrm>
            <a:off x="4137661" y="3047"/>
            <a:ext cx="8054340" cy="6854954"/>
            <a:chOff x="4137661" y="3047"/>
            <a:chExt cx="8054340" cy="6854954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EA86696-1352-4F64-AAC9-DFC78651E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7661" y="3047"/>
              <a:ext cx="8054340" cy="6854954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55F9742A-C077-46A5-9429-588DD5980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3359" y="3587100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2506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conv2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sorties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89A8E6B4-AEF0-4D31-A151-9BF0CCDD2BA2}"/>
              </a:ext>
            </a:extLst>
          </p:cNvPr>
          <p:cNvGrpSpPr/>
          <p:nvPr/>
        </p:nvGrpSpPr>
        <p:grpSpPr>
          <a:xfrm>
            <a:off x="4114800" y="-15030"/>
            <a:ext cx="8077200" cy="6873030"/>
            <a:chOff x="4114800" y="-15030"/>
            <a:chExt cx="8077200" cy="687303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53492494-26BA-44A4-BBE0-4C655B98B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0" y="-15030"/>
              <a:ext cx="8077200" cy="6873030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BF80A6D7-92F7-4672-B5C7-6BDCA574C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4789" y="3587100"/>
              <a:ext cx="399132" cy="172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1871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convolution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images 11x11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B36117-0D17-4721-87BB-64DA3F3E3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-4970"/>
            <a:ext cx="8054341" cy="67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Regroupement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images 5x5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5x5 pas 6x6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066790-998D-4473-9154-187FAEE30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1" y="3285"/>
            <a:ext cx="8145780" cy="68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23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Regroupement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images 5x5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3F1362-C687-497F-A7AC-B90E0A994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703"/>
            <a:ext cx="8012377" cy="685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45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finale d’images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BC1D505-E24B-4D9F-A1B7-E9E52CB7B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31" y="-21082"/>
            <a:ext cx="8065770" cy="68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08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&amp;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9231683" cy="3157351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A53AEA-25C2-4FA5-BAC3-6D18438BC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25" y="1554480"/>
            <a:ext cx="10723575" cy="53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58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564</Words>
  <Application>Microsoft Office PowerPoint</Application>
  <PresentationFormat>Grand écran</PresentationFormat>
  <Paragraphs>200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Thème Office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  <vt:lpstr>CNN &amp;  Convolution &amp; Pooling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382</cp:revision>
  <dcterms:created xsi:type="dcterms:W3CDTF">2026-09-13T16:30:22Z</dcterms:created>
  <dcterms:modified xsi:type="dcterms:W3CDTF">2026-09-14T11:13:32Z</dcterms:modified>
</cp:coreProperties>
</file>