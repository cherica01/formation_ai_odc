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515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057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80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288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87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addition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B3B7B4-7AFD-4192-9437-42D128B5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91" y="-18157"/>
            <a:ext cx="8327010" cy="687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4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soustraction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1779510-05C0-4EC5-B227-2E549DF0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4215"/>
            <a:ext cx="8100767" cy="685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0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multiplication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2B9302-1426-4B42-BF1F-B2AC25558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245" y="2423"/>
            <a:ext cx="8166755" cy="685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5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division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552E97-5DE3-4086-AA56-7A4112C04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806" y="-5901"/>
            <a:ext cx="8110194" cy="686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2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modulo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4DF02A-918F-4F21-8BC3-F292B485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87" y="-503"/>
            <a:ext cx="8081913" cy="685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0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exposant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AC6111-3150-4A6D-8FB2-6903789D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79" y="6781"/>
            <a:ext cx="8119621" cy="685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3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Maths &amp;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affectation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Tester le code en commentaire 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BA06EF-06CF-4E02-8631-DB40309C2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623" y="-1674"/>
            <a:ext cx="7893377" cy="680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922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47</Words>
  <Application>Microsoft Office PowerPoint</Application>
  <PresentationFormat>Grand écran</PresentationFormat>
  <Paragraphs>20</Paragraphs>
  <Slides>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Thème Office</vt:lpstr>
      <vt:lpstr>Maths &amp; Tenseur</vt:lpstr>
      <vt:lpstr>Maths &amp; Tenseur</vt:lpstr>
      <vt:lpstr>Maths &amp; Tenseur</vt:lpstr>
      <vt:lpstr>Maths &amp; Tenseur</vt:lpstr>
      <vt:lpstr>Maths &amp; Tenseur</vt:lpstr>
      <vt:lpstr>Maths &amp; Tenseur</vt:lpstr>
      <vt:lpstr>Maths &amp; Tenseur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49</cp:revision>
  <dcterms:created xsi:type="dcterms:W3CDTF">2026-09-13T16:30:22Z</dcterms:created>
  <dcterms:modified xsi:type="dcterms:W3CDTF">2026-09-13T17:39:10Z</dcterms:modified>
</cp:coreProperties>
</file>