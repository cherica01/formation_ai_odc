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267" autoAdjust="0"/>
  </p:normalViewPr>
  <p:slideViewPr>
    <p:cSldViewPr snapToGrid="0">
      <p:cViewPr varScale="1">
        <p:scale>
          <a:sx n="67" d="100"/>
          <a:sy n="67" d="100"/>
        </p:scale>
        <p:origin x="126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266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2920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8026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992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591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40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174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270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861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8686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3663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9754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7995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3518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66593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6825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31211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64221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10827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7768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du CNN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28951FF-8240-4F50-B0AC-407151E96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-28734"/>
            <a:ext cx="8168641" cy="688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du temps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FF751F8-2E12-4A5E-8D78-05C3CB848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484"/>
            <a:ext cx="8168640" cy="684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13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ToDoList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08599F-2699-4BD3-955D-8261663A8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791" y="2967"/>
            <a:ext cx="8157210" cy="685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33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variables à afficher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AA7D93-344A-4C26-89F4-65C71AAD2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950" y="0"/>
            <a:ext cx="8072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2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variables à afficher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AA7D93-344A-4C26-89F4-65C71AAD2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950" y="0"/>
            <a:ext cx="8072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9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Boucle de l’époque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A5C607D-CD14-44BB-B163-919891AA2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97"/>
            <a:ext cx="8027617" cy="685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36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6A4E9FF-D86B-4431-9E86-0EFD61CD9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220" y="23357"/>
            <a:ext cx="8145780" cy="683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13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21F6912-A074-4248-B912-9CAA3A35C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791" y="44877"/>
            <a:ext cx="8157210" cy="68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01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ACB32A-3552-45BF-AE0E-35B041320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1" y="-7620"/>
            <a:ext cx="8031480" cy="686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406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(commentaire)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5515C48-7D77-45E8-9BAE-3AFE0728B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21252"/>
            <a:ext cx="8100060" cy="683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53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8B1676-9706-4BC5-9BE2-291CA4D30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13397"/>
            <a:ext cx="8111779" cy="684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06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(commentaire)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638555E-58A3-4087-AA0D-1E3A2FE35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756" y="8470"/>
            <a:ext cx="8037524" cy="684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26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A5F504C-68B8-4330-AD5B-D00256901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11963"/>
            <a:ext cx="8100060" cy="684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861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Mise à jour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A1F8164-8D19-4671-988D-5FB7262B7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0" y="6553"/>
            <a:ext cx="8134350" cy="685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918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Mise à jour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42D04F7-E6E9-4889-9C0C-B3884FF5A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-5767"/>
            <a:ext cx="8077200" cy="686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40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8454D93-904D-4481-A17F-1302F5053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510" y="38643"/>
            <a:ext cx="8161020" cy="68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00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Indentation du code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8402422-69D6-43E2-9618-327F34BBC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1" y="26205"/>
            <a:ext cx="8031480" cy="683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051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Indentation du code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0AB1C75-1578-4E90-95B2-FD540D31F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5520"/>
            <a:ext cx="8020337" cy="683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666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337E55C-3D97-4C1B-8155-A21567DDE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511" y="10157"/>
            <a:ext cx="8111490" cy="684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77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6BFB51B-A789-4147-9F0F-AEEB46D49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090" y="8347"/>
            <a:ext cx="8127020" cy="684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44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306</Words>
  <Application>Microsoft Office PowerPoint</Application>
  <PresentationFormat>Grand écran</PresentationFormat>
  <Paragraphs>62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Thème Office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  <vt:lpstr>CNN &amp;  Modélisation &amp; Entraînement &amp; Test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435</cp:revision>
  <dcterms:created xsi:type="dcterms:W3CDTF">2026-09-13T16:30:22Z</dcterms:created>
  <dcterms:modified xsi:type="dcterms:W3CDTF">2026-09-14T10:14:31Z</dcterms:modified>
</cp:coreProperties>
</file>