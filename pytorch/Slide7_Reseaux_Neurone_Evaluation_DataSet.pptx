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8" r:id="rId2"/>
    <p:sldId id="269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77AFCF-3EE1-4F95-BD9D-B8BCF3AB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795" y="-23855"/>
            <a:ext cx="8044206" cy="688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AE468D-DE45-4742-B368-588A95EAC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53" y="1731"/>
            <a:ext cx="8129047" cy="685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70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Appel de </a:t>
            </a:r>
            <a:r>
              <a:rPr lang="fr-FR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fr-FR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76A5D1-0AFE-442E-95DC-932F008E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747" y="-4569"/>
            <a:ext cx="8553254" cy="686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3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(regarde en haut du code)</a:t>
            </a: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91EFE6-5265-46E8-9AAC-6FEF9A3A7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44" y="-907"/>
            <a:ext cx="8694656" cy="685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4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: Données originaux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 à 149)</a:t>
            </a: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1E47A10-A3F9-43A6-A20B-3C9C0330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208" y="-5637"/>
            <a:ext cx="8114097" cy="686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7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Combien de données pour le test ?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Combien de données pour l’entraînement ?</a:t>
            </a: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409728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325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 </a:t>
            </a:r>
            <a:r>
              <a:rPr lang="fr-FR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y_eval</a:t>
            </a:r>
            <a:endParaRPr lang="fr-FR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43ABA7-1727-4DD5-BEEC-08CBC11B2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7" y="10200"/>
            <a:ext cx="8609814" cy="68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1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y_eval</a:t>
            </a:r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7EB034-BAC9-4E09-B6FC-7ADF30F3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25" y="-4471"/>
            <a:ext cx="8666376" cy="686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1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fr-FR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87E0FB-B577-41FD-8106-E2649121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72" y="-26430"/>
            <a:ext cx="9071729" cy="688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7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fr-FR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499AF4-5696-4DD1-AE24-CE4EADD0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747" y="-9771"/>
            <a:ext cx="8553254" cy="68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0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de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optimisé</a:t>
            </a:r>
          </a:p>
          <a:p>
            <a:pPr algn="l"/>
            <a:endParaRPr lang="fr-FR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3F4272-CD36-4B15-A2D2-CECBF4734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491" y="4885"/>
            <a:ext cx="8713509" cy="685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6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Comptage des évaluations 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exactes</a:t>
            </a:r>
          </a:p>
          <a:p>
            <a:pPr algn="l"/>
            <a:endParaRPr lang="fr-FR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0D4BB3-5AAC-404D-BDBC-D47C78FB7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5" y="-503"/>
            <a:ext cx="8515546" cy="685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7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code des 3 types 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fleur (code en haut)</a:t>
            </a:r>
          </a:p>
          <a:p>
            <a:pPr algn="l"/>
            <a:endParaRPr lang="fr-FR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756879-D97B-416F-96CC-58E6B57E7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173" y="-16619"/>
            <a:ext cx="8543828" cy="68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57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colonne = Chaque fleur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max. pour chaque valeur</a:t>
            </a:r>
          </a:p>
          <a:p>
            <a:pPr algn="l"/>
            <a:endParaRPr lang="fr-FR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D86DD6-1DE3-4735-8149-655BA496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707" y="0"/>
            <a:ext cx="8050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 fontScale="25000" lnSpcReduction="20000"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type de fleur</a:t>
            </a:r>
          </a:p>
          <a:p>
            <a:pPr algn="l"/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EFC9D5-3DD2-43E2-944A-B94F264F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295" y="18843"/>
            <a:ext cx="8430705" cy="68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64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Comptage des valeurs réelles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FA6639-DE92-4169-88E9-0F68A6D4C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51" y="-42799"/>
            <a:ext cx="8187705" cy="69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76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Comptage des valeurs réelles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05FEC8-4590-434D-80E8-FA77D655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7" y="10181"/>
            <a:ext cx="8081913" cy="684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06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Comptage des valeurs réelles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CEEB042-8842-4E13-9986-A5EFF929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405" y="-4327"/>
            <a:ext cx="8251596" cy="692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3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Comptage des valeurs réelles        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75FBC0-E807-41EF-A2D8-83F55F54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13" y="7495"/>
            <a:ext cx="8072487" cy="685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10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plante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2EBE4C9-AB22-4D61-98FE-3F33D953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027" y="-12625"/>
            <a:ext cx="8524974" cy="687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47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plante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DA7CC7-0AAC-429D-B4F1-762E7E519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4" y="-8503"/>
            <a:ext cx="8515546" cy="686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7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4" y="303700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2629079"/>
          </a:xfrm>
        </p:spPr>
        <p:txBody>
          <a:bodyPr>
            <a:no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de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FB661F-7753-42C8-8429-787A8550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801" y="0"/>
            <a:ext cx="10002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35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F223A4-7122-4E58-AC65-7E7B93DDC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79" y="-13879"/>
            <a:ext cx="8119621" cy="6871880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Affichage de </a:t>
            </a:r>
          </a:p>
          <a:p>
            <a:pPr algn="l"/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Valeur de</a:t>
            </a:r>
          </a:p>
          <a:p>
            <a:pPr algn="l"/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Plante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84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différente valeur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3BC238-5420-43C9-A371-B0E580E7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660" y="-17783"/>
            <a:ext cx="8091340" cy="68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27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différente valeur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0F8A40C-3134-4AC1-9D02-84DE2F817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53" y="4646"/>
            <a:ext cx="8129047" cy="6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18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différente valeur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1FFB71-DA96-4BC7-87BF-8749B002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491" y="2309"/>
            <a:ext cx="8713509" cy="685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40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différente valeur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34F79B-9E06-437A-9888-14DBD5E9A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05" y="3001"/>
            <a:ext cx="8562773" cy="685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différente valeur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4F5B16C-EB58-4E32-B3C3-0E78F87D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53" y="6109"/>
            <a:ext cx="8129047" cy="685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10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Remettre la valeur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41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1A4AFC-3EFA-454C-8DC7-C8C295C2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3079"/>
            <a:ext cx="8138474" cy="685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92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Remettre la valeur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41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B512EE-AFDB-43A5-A00C-89735DD5F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13" y="-1761"/>
            <a:ext cx="8072487" cy="68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01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Remettre la valeur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41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FAD047-73B0-4A84-A44C-4267BAFDD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13" y="-11020"/>
            <a:ext cx="8072487" cy="686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38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168" y="313126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modèle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058812C0-20D5-4EDA-8395-11EE0D6258FD}"/>
              </a:ext>
            </a:extLst>
          </p:cNvPr>
          <p:cNvSpPr txBox="1">
            <a:spLocks/>
          </p:cNvSpPr>
          <p:nvPr/>
        </p:nvSpPr>
        <p:spPr>
          <a:xfrm>
            <a:off x="0" y="1031138"/>
            <a:ext cx="9144000" cy="2629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Diffèrent résultat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Remettre la valeur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41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C7936B-8BC9-4B1F-B148-16D3B9A1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7" y="14151"/>
            <a:ext cx="8110194" cy="68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919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362</Words>
  <Application>Microsoft Office PowerPoint</Application>
  <PresentationFormat>Grand écran</PresentationFormat>
  <Paragraphs>198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Thème Office</vt:lpstr>
      <vt:lpstr>Réseaux  de Neurones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  <vt:lpstr>Evaluation  du modèle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180</cp:revision>
  <dcterms:created xsi:type="dcterms:W3CDTF">2026-09-13T16:30:22Z</dcterms:created>
  <dcterms:modified xsi:type="dcterms:W3CDTF">2026-09-14T00:48:08Z</dcterms:modified>
</cp:coreProperties>
</file>