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8" r:id="rId2"/>
    <p:sldId id="269" r:id="rId3"/>
    <p:sldId id="271" r:id="rId4"/>
    <p:sldId id="272" r:id="rId5"/>
    <p:sldId id="270" r:id="rId6"/>
    <p:sldId id="273" r:id="rId7"/>
    <p:sldId id="274" r:id="rId8"/>
    <p:sldId id="275" r:id="rId9"/>
    <p:sldId id="277" r:id="rId10"/>
    <p:sldId id="278" r:id="rId11"/>
    <p:sldId id="276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1681" autoAdjust="0"/>
  </p:normalViewPr>
  <p:slideViewPr>
    <p:cSldViewPr snapToGrid="0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92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054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7880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374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391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952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740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311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6487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0988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087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258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801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767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5291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94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895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223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99720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345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projet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A49DEE3-6EDD-450C-8132-42489D24B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2" y="3785"/>
            <a:ext cx="8740589" cy="68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057226-3DB8-42C5-8CC4-C3E95A6DA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671" y="-36743"/>
            <a:ext cx="8552329" cy="689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01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23687B0-C4FE-48ED-B67C-0B6F898C1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565" y="-16655"/>
            <a:ext cx="8525435" cy="687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6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MNIST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CA2E96-0538-45EA-A5BD-ADF9D9C3C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353" y="-8101"/>
            <a:ext cx="8471648" cy="683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07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Expliquez 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 fait chaque bibliothèque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E6199F-11CA-4848-A931-309081BE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588" y="30739"/>
            <a:ext cx="8023412" cy="682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970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2D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 en 4-dimensions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d’image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Hauteur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Canaux couleurs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FD67F08-CFA7-4B89-BE42-607BA2D39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11835"/>
            <a:ext cx="8095129" cy="684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0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2D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Tenseur en 4-dimensions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 d’image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Hauteur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Canaux couleurs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F95F3D-2284-4E46-8A46-CCCEE8413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189" y="-15896"/>
            <a:ext cx="8175812" cy="685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0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d’entraînement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Téléchargement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(tenseur)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876D049-4472-4611-AFE4-EBF4AD144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18" y="9871"/>
            <a:ext cx="8157882" cy="684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1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d’entraînement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Téléchargement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(tenseur)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CD4749-1AAD-4903-ACC3-945C68CE2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835" y="15861"/>
            <a:ext cx="8086165" cy="684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0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Données de test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Entraînement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Téléchargement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(tenseur)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1BAB99-4F25-4B98-8F63-6211C16FE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353"/>
            <a:ext cx="8077200" cy="684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1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des données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d’entraînement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CE342D-BCB1-4FEB-9180-B3922BA2F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-1017"/>
            <a:ext cx="8095129" cy="685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des données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d’entraînement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5517DF8-BB15-4AB0-BAB9-97BA694BD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83" y="-3759"/>
            <a:ext cx="8148918" cy="68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31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des données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B3D72B-C75F-49C3-9308-7C04F58A3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6849"/>
            <a:ext cx="8095129" cy="685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3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Vérification des données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test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FE78F0-FB9F-4008-A88C-49445AABC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129" y="20840"/>
            <a:ext cx="8120872" cy="68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9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 dans le cloud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2F38DB6-AC69-4A8A-A2EF-E31735DE9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871" y="25414"/>
            <a:ext cx="8095129" cy="683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003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 dans le cloud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D4B7927-8140-4244-A933-C87D3EF1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082" y="2117"/>
            <a:ext cx="8148918" cy="6855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22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 dans le cloud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DED76C-BDCC-4ACB-B9E7-41FE64D0E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588" y="14165"/>
            <a:ext cx="8023413" cy="673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00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 dans le cloud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(lors du téléchargement)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535E72D-A3C1-4013-8785-655281E5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153" y="15072"/>
            <a:ext cx="8166847" cy="682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1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 dans le cloud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E77164D-95A7-4AB5-B14B-3B427530B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906" y="-21"/>
            <a:ext cx="8104094" cy="685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Chemin dans le cloud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14C838-3EAB-49AE-A505-8BD337F56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19" y="11704"/>
            <a:ext cx="8157882" cy="684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1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de données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414650"/>
            <a:ext cx="9144000" cy="414346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 :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Supprimer la manipulation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chemin dans le cloud ?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BA73138-5A63-4BC4-B93B-053EEA6F4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976" y="2017"/>
            <a:ext cx="8122024" cy="687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37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283</Words>
  <Application>Microsoft Office PowerPoint</Application>
  <PresentationFormat>Grand écran</PresentationFormat>
  <Paragraphs>90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Thème Office</vt:lpstr>
      <vt:lpstr>CNN &amp;  Import de données </vt:lpstr>
      <vt:lpstr>CNN &amp;  données MNIST </vt:lpstr>
      <vt:lpstr>CNN &amp;  données MNIST </vt:lpstr>
      <vt:lpstr>CNN &amp;  données MNIST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  <vt:lpstr>CNN &amp;  Import de données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310</cp:revision>
  <dcterms:created xsi:type="dcterms:W3CDTF">2026-09-13T16:30:22Z</dcterms:created>
  <dcterms:modified xsi:type="dcterms:W3CDTF">2026-09-14T03:04:31Z</dcterms:modified>
</cp:coreProperties>
</file>