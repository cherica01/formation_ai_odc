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8" r:id="rId2"/>
    <p:sldId id="269" r:id="rId3"/>
    <p:sldId id="273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E50E3F-41C4-427D-AB59-5C5A81BC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056" y="1"/>
            <a:ext cx="8125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81" y="32071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de modèle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270D49-B957-4113-87EF-F9126A279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70" y="1"/>
            <a:ext cx="8142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81" y="32071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de modèle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0907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de modèle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en haut)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C9760D-62AC-4266-B3D5-3B75DA65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61" y="1"/>
            <a:ext cx="8160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9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2432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Chargement de modèle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A110B26-BA7E-4320-BB52-60B9A62D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345" y="1"/>
            <a:ext cx="8188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2432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Chargement de modèle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de modèle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en haut)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C96A6C-EACE-44D6-AF0F-90CD75C71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311" y="1"/>
            <a:ext cx="8116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8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2432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Chargement de modèle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de modèle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en haut)      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D0AF69-9DA3-4B9D-87D6-E9C8DC0ED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-4861"/>
            <a:ext cx="8147901" cy="686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284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59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Thème Office</vt:lpstr>
      <vt:lpstr>Réseaux  de Neurones</vt:lpstr>
      <vt:lpstr>Sauvegarde de modèle  </vt:lpstr>
      <vt:lpstr>Sauvegarde de modèle  </vt:lpstr>
      <vt:lpstr>Chargement de modèle  </vt:lpstr>
      <vt:lpstr>Chargement de modèle  </vt:lpstr>
      <vt:lpstr>Chargement de modèle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206</cp:revision>
  <dcterms:created xsi:type="dcterms:W3CDTF">2026-09-13T16:30:22Z</dcterms:created>
  <dcterms:modified xsi:type="dcterms:W3CDTF">2026-09-14T00:40:21Z</dcterms:modified>
</cp:coreProperties>
</file>