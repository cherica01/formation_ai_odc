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7" r:id="rId4"/>
    <p:sldId id="268" r:id="rId5"/>
    <p:sldId id="269" r:id="rId6"/>
    <p:sldId id="270" r:id="rId7"/>
    <p:sldId id="271" r:id="rId8"/>
    <p:sldId id="260" r:id="rId9"/>
    <p:sldId id="259" r:id="rId10"/>
    <p:sldId id="272" r:id="rId11"/>
    <p:sldId id="273" r:id="rId12"/>
    <p:sldId id="274" r:id="rId13"/>
    <p:sldId id="261" r:id="rId14"/>
    <p:sldId id="275" r:id="rId15"/>
    <p:sldId id="276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B4480-8DCD-4819-804F-0ABAAB8C1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749A6C-0362-4772-AE95-68224FBAC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DB5181-729A-4D74-B3B7-EC039E36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386F95-7995-447B-B6EA-DEDE01E0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73A90-90EA-4099-8A09-BEE3FD8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6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80D132-986C-423D-8D55-892A7A41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76723-6CF6-4D38-A048-9124D738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B25AA7-5CF0-4FF0-9EDF-F82AE0BB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D155EA-144A-44D8-8B99-C0DFCD44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9B76B-9D46-44F1-A3CC-319A0BCB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9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0B5CF-70D5-4BDC-A734-EABA92E6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B48499-9CBD-41E4-9E4E-D2E53821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4FF37E-DA20-476F-9223-370490FE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1D023-1E5B-4CB3-BE78-9AB3222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6AF720-1911-4B49-891E-67BAF7EB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4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F7943-1D69-4705-8C28-092D454F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9D0692-41F5-410A-9837-5AE051C02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E953D1-E1C6-4FB1-9F24-FFB8B75A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1C5CA9-A0AA-441D-B512-87908D70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915AA-CE95-4079-9B29-EFAFC999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8C73B7-1623-49C3-AAC7-20A4B792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90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DE359-7D03-47FE-9CBC-64ADC9BB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DDE78B-54CE-4361-96A7-B068F799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6235C5-9CC4-4AB1-82CD-52041B99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C305EF-612A-4936-BD7B-055CF40B5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318596A-705A-44F6-8908-E135568A5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CCDE40-4085-4311-864A-6E165F43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506471-123D-4DCB-9458-AA6F4DDF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F1C305-F6A8-4B93-8EC9-6CCE4AE2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79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DA04D-6E1B-4D15-BCE3-4479F42D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0BFB07-9131-42BE-8880-58ED0509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2B2782-267F-4F18-B104-B80ECD7F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D4BC03-5E64-4995-B66F-3B07CA6A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9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ACC45-D81C-4561-A5A9-FA584FFF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054296-4C87-4CD5-91A6-2A527AC4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C56240-C520-4C74-BBD7-1EBE97BF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97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DB7D7-B8CD-4080-B087-137AFCD3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9CD491-DFDB-4D84-85AA-CA5FE89A1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B563F6-4A18-42E6-8292-831B0FD46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C5A64C-89E0-4A33-9428-AD39B9C4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73BAB1-E4AC-46DB-9AE8-F20F5BD1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F7E797-70B6-4D7D-8FCC-4C6A5F4A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27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A551D-9AB4-477F-9AB7-CB77C368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C1BDF06-EB80-4915-9181-07BC28BEB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4FF65-1960-4555-B4FB-98312B0A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0FF879-137E-40BF-AEFC-85ACFDAC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3C669D-771E-46A6-9FB1-E3B0DF48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F1F20A-8F34-4222-BF37-773F37A0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5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092FB-B550-4CE3-8005-E549F16F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B00C56-01FB-413D-A075-73C4D3921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A5DB7E-317F-4CB1-8D21-3574C09E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59418-44DD-41A0-B07A-94F87797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9597D9-E18E-4B39-97E6-E047E85F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4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B442AB-EE46-4F3E-955C-09D9E01A3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A3E9AE-E55B-40E0-8A18-A182B2CA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865AC9-0614-475C-AC58-E1B4798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F0C61C-35CA-4479-99F4-DBF3F8E3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37C50-AC2F-453B-868D-67792852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1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8B9842-D618-405B-8565-09E4D94C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6442C2-CF91-4EEC-B370-7E398B9EF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CC32A3-434A-438B-8C42-036C44813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EACD0-4BC1-4BDE-8CD7-B1119BBFDC31}" type="datetimeFigureOut">
              <a:rPr lang="fr-FR" smtClean="0"/>
              <a:t>13/09/2026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E8BEFA-CDC9-4248-B49A-F121B1E40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198570-D5D6-44A0-9A78-175760B90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71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Opérations Tenseur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B7F9CEC-D73F-40D4-B31B-6C23B5720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3270" y="-3456"/>
            <a:ext cx="8298730" cy="686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46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0526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323041E-B513-4CEC-A1E9-B286F5DF4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2379" y="26765"/>
            <a:ext cx="8119621" cy="683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83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0526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Pourquoi l’erreur ?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41336A0-6D72-4BDD-B723-5D6AB8825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039" y="-16503"/>
            <a:ext cx="8590961" cy="687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803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0526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 -1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C8D4B69-4873-4303-B625-FF5626A3B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186" y="10055"/>
            <a:ext cx="8609814" cy="684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571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0526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Pourquoi l’erreur 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B6B235C-C404-4C64-B7EE-BF54FCEBF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039" y="34697"/>
            <a:ext cx="8590961" cy="682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63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0526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 -1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749505C-15E2-4426-93B0-7C67E2832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649" y="6355"/>
            <a:ext cx="8798351" cy="685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384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0526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 -1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BD09E47-E7B5-4167-AB70-A8C774046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-53031"/>
            <a:ext cx="9144000" cy="691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331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40526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0F3E847-E23B-4C85-BF71-DF9E9DBD9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187" y="9931"/>
            <a:ext cx="8609814" cy="684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04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7435107-359E-40AF-906A-B0ABE05BA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233" y="-8629"/>
            <a:ext cx="8100767" cy="686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376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733EED2-1C93-4C85-AAE2-E00C91E2A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099" y="2973"/>
            <a:ext cx="8147901" cy="685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615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changeant l’élément 1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réaffichant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1F9D1F2-7400-4797-987D-60B57DCF0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807" y="-3761"/>
            <a:ext cx="8110194" cy="686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44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Reshape</a:t>
            </a: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changeant l’élément 1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réaffichant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DE9C8E9-EA46-4120-877D-C86211ECB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991" y="21367"/>
            <a:ext cx="8327010" cy="683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181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0070" y="179109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D39C697-D599-47AB-94CD-9E2B5FF6D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526" y="-1837"/>
            <a:ext cx="8138474" cy="685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09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0070" y="179109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4D55C8D-6890-4F4E-86E9-07984017F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806" y="3399"/>
            <a:ext cx="8110194" cy="685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581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0070" y="179109"/>
            <a:ext cx="9144000" cy="776190"/>
          </a:xfrm>
        </p:spPr>
        <p:txBody>
          <a:bodyPr>
            <a:normAutofit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3873"/>
            <a:ext cx="9144000" cy="1655762"/>
          </a:xfrm>
        </p:spPr>
        <p:txBody>
          <a:bodyPr/>
          <a:lstStyle/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718CB6D-BD78-4A79-83E2-1EE7AD418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797" y="-9980"/>
            <a:ext cx="8817204" cy="686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97757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51</Words>
  <Application>Microsoft Office PowerPoint</Application>
  <PresentationFormat>Grand écran</PresentationFormat>
  <Paragraphs>24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Thème Office</vt:lpstr>
      <vt:lpstr>Opérations Tenseur</vt:lpstr>
      <vt:lpstr>Reshape</vt:lpstr>
      <vt:lpstr>Reshape</vt:lpstr>
      <vt:lpstr>Reshape</vt:lpstr>
      <vt:lpstr>Reshape</vt:lpstr>
      <vt:lpstr>Reshape</vt:lpstr>
      <vt:lpstr>Reshape</vt:lpstr>
      <vt:lpstr>View</vt:lpstr>
      <vt:lpstr>View vs Reshape</vt:lpstr>
      <vt:lpstr>View vs Reshape</vt:lpstr>
      <vt:lpstr>View vs Reshape</vt:lpstr>
      <vt:lpstr>View vs Reshape</vt:lpstr>
      <vt:lpstr>Slice</vt:lpstr>
      <vt:lpstr>Slice</vt:lpstr>
      <vt:lpstr>Slice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Tenseur</dc:title>
  <dc:creator>User</dc:creator>
  <cp:lastModifiedBy>User</cp:lastModifiedBy>
  <cp:revision>36</cp:revision>
  <dcterms:created xsi:type="dcterms:W3CDTF">2026-09-13T16:30:22Z</dcterms:created>
  <dcterms:modified xsi:type="dcterms:W3CDTF">2026-09-13T17:08:44Z</dcterms:modified>
</cp:coreProperties>
</file>