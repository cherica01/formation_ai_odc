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1681" autoAdjust="0"/>
  </p:normalViewPr>
  <p:slideViewPr>
    <p:cSldViewPr snapToGrid="0">
      <p:cViewPr varScale="1">
        <p:scale>
          <a:sx n="61" d="100"/>
          <a:sy n="61" d="100"/>
        </p:scale>
        <p:origin x="149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C3D94-9B3A-4BDD-96D2-65963B34E787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EA02C-676A-4722-A887-585CCAD289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4403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1277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5660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3904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1B4480-8DCD-4819-804F-0ABAAB8C1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6749A6C-0362-4772-AE95-68224FBAC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DB5181-729A-4D74-B3B7-EC039E36B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386F95-7995-447B-B6EA-DEDE01E0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C73A90-90EA-4099-8A09-BEE3FD85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364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80D132-986C-423D-8D55-892A7A41A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F76723-6CF6-4D38-A048-9124D7388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B25AA7-5CF0-4FF0-9EDF-F82AE0BBF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D155EA-144A-44D8-8B99-C0DFCD44D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A9B76B-9D46-44F1-A3CC-319A0BCB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96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30B5CF-70D5-4BDC-A734-EABA92E6F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B48499-9CBD-41E4-9E4E-D2E53821A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4FF37E-DA20-476F-9223-370490FE7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C1D023-1E5B-4CB3-BE78-9AB3222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6AF720-1911-4B49-891E-67BAF7EBF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41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1F7943-1D69-4705-8C28-092D454FB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9D0692-41F5-410A-9837-5AE051C02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E953D1-E1C6-4FB1-9F24-FFB8B75A3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1C5CA9-A0AA-441D-B512-87908D70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D915AA-CE95-4079-9B29-EFAFC999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38C73B7-1623-49C3-AAC7-20A4B7922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3908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BDE359-7D03-47FE-9CBC-64ADC9BB8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DDE78B-54CE-4361-96A7-B068F7996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6235C5-9CC4-4AB1-82CD-52041B995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1C305EF-612A-4936-BD7B-055CF40B5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318596A-705A-44F6-8908-E135568A5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5CCDE40-4085-4311-864A-6E165F437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D506471-123D-4DCB-9458-AA6F4DDF2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6F1C305-F6A8-4B93-8EC9-6CCE4AE2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3795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9DA04D-6E1B-4D15-BCE3-4479F42DD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F0BFB07-9131-42BE-8880-58ED0509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92B2782-267F-4F18-B104-B80ECD7F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D4BC03-5E64-4995-B66F-3B07CA6A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794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ACC45-D81C-4561-A5A9-FA584FFF5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7054296-4C87-4CD5-91A6-2A527AC47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C56240-C520-4C74-BBD7-1EBE97BF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4979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4DB7D7-B8CD-4080-B087-137AFCD34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9CD491-DFDB-4D84-85AA-CA5FE89A1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B563F6-4A18-42E6-8292-831B0FD46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C5A64C-89E0-4A33-9428-AD39B9C4B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73BAB1-E4AC-46DB-9AE8-F20F5BD1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7F7E797-70B6-4D7D-8FCC-4C6A5F4A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727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5A551D-9AB4-477F-9AB7-CB77C368A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C1BDF06-EB80-4915-9181-07BC28BEB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74FF65-1960-4555-B4FB-98312B0A5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0FF879-137E-40BF-AEFC-85ACFDAC3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3C669D-771E-46A6-9FB1-E3B0DF482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F1F20A-8F34-4222-BF37-773F37A0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85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2092FB-B550-4CE3-8005-E549F16F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B00C56-01FB-413D-A075-73C4D3921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A5DB7E-317F-4CB1-8D21-3574C09EB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B59418-44DD-41A0-B07A-94F87797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9597D9-E18E-4B39-97E6-E047E85F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41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CB442AB-EE46-4F3E-955C-09D9E01A3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FA3E9AE-E55B-40E0-8A18-A182B2CA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865AC9-0614-475C-AC58-E1B47989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F0C61C-35CA-4479-99F4-DBF3F8E31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837C50-AC2F-453B-868D-67792852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510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98B9842-D618-405B-8565-09E4D94C4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6442C2-CF91-4EEC-B370-7E398B9EF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CC32A3-434A-438B-8C42-036C44813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E8BEFA-CDC9-4248-B49A-F121B1E40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198570-D5D6-44A0-9A78-175760B90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371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144" y="36764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Réseaux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Neurones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05593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Rappel       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6D3C2F7-5B74-4DE1-AA39-88BA97224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245" y="2107"/>
            <a:ext cx="8166755" cy="690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19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144" y="367644"/>
            <a:ext cx="9144000" cy="1555423"/>
          </a:xfrm>
        </p:spPr>
        <p:txBody>
          <a:bodyPr>
            <a:no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Réseaux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Neurones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49AE166-9A4B-49E4-A2AE-C7550F2FF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222" y="3592611"/>
            <a:ext cx="9144000" cy="1655762"/>
          </a:xfrm>
        </p:spPr>
        <p:txBody>
          <a:bodyPr/>
          <a:lstStyle/>
          <a:p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3F81377-B2DD-48B0-A180-C5C13B262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7434" y="-9602"/>
            <a:ext cx="8114566" cy="686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144" y="367644"/>
            <a:ext cx="9144000" cy="1555423"/>
          </a:xfrm>
        </p:spPr>
        <p:txBody>
          <a:bodyPr>
            <a:no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Réseaux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Neurones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49AE166-9A4B-49E4-A2AE-C7550F2FF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222" y="3592611"/>
            <a:ext cx="9144000" cy="1655762"/>
          </a:xfrm>
        </p:spPr>
        <p:txBody>
          <a:bodyPr/>
          <a:lstStyle/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22FE7FA-5E87-4AFC-A8E0-01AA6EF69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2379" y="-27438"/>
            <a:ext cx="8119621" cy="688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00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841" y="320510"/>
            <a:ext cx="9144000" cy="1555423"/>
          </a:xfrm>
        </p:spPr>
        <p:txBody>
          <a:bodyPr>
            <a:no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données MNIST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49AE166-9A4B-49E4-A2AE-C7550F2FF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222" y="3592611"/>
            <a:ext cx="9144000" cy="1655762"/>
          </a:xfrm>
        </p:spPr>
        <p:txBody>
          <a:bodyPr/>
          <a:lstStyle/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016A2D-706C-486E-B844-3649C1F5A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111" y="-22645"/>
            <a:ext cx="8213889" cy="688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267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841" y="320510"/>
            <a:ext cx="9144000" cy="1555423"/>
          </a:xfrm>
        </p:spPr>
        <p:txBody>
          <a:bodyPr>
            <a:no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données MNIST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49AE166-9A4B-49E4-A2AE-C7550F2FF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222" y="3592611"/>
            <a:ext cx="9144000" cy="1655762"/>
          </a:xfrm>
        </p:spPr>
        <p:txBody>
          <a:bodyPr/>
          <a:lstStyle/>
          <a:p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587C679-DF73-4723-BBF7-60EB55253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672" y="-32893"/>
            <a:ext cx="8157328" cy="689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2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841" y="320510"/>
            <a:ext cx="9144000" cy="1555423"/>
          </a:xfrm>
        </p:spPr>
        <p:txBody>
          <a:bodyPr>
            <a:no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données MNIST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49AE166-9A4B-49E4-A2AE-C7550F2FF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222" y="3592611"/>
            <a:ext cx="9144000" cy="1655762"/>
          </a:xfrm>
        </p:spPr>
        <p:txBody>
          <a:bodyPr/>
          <a:lstStyle/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1C8B512-50B3-4642-8D26-10CA118DD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233" y="-11450"/>
            <a:ext cx="8100767" cy="686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47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841" y="320510"/>
            <a:ext cx="9144000" cy="1555423"/>
          </a:xfrm>
        </p:spPr>
        <p:txBody>
          <a:bodyPr>
            <a:no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données MNIST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49AE166-9A4B-49E4-A2AE-C7550F2FF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222" y="3592611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 Fond blanc sur noire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28x28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Avec étiquettes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AEFB76D-6507-462D-B150-62A0BEFA0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489" y="1975"/>
            <a:ext cx="7940511" cy="672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932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841" y="320510"/>
            <a:ext cx="9144000" cy="1555423"/>
          </a:xfrm>
        </p:spPr>
        <p:txBody>
          <a:bodyPr>
            <a:no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données MNIST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49AE166-9A4B-49E4-A2AE-C7550F2FF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222" y="3592611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88AF0A6-7F4D-435A-A699-9ED1AAF4B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526" y="-19845"/>
            <a:ext cx="8138474" cy="687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453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841" y="320510"/>
            <a:ext cx="9144000" cy="1555423"/>
          </a:xfrm>
        </p:spPr>
        <p:txBody>
          <a:bodyPr>
            <a:no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données MNIST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49AE166-9A4B-49E4-A2AE-C7550F2FF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222" y="3592611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CE2D78B-BAC1-4C95-9955-E47A6656A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685" y="-22733"/>
            <a:ext cx="8223315" cy="688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46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841" y="320510"/>
            <a:ext cx="9144000" cy="1555423"/>
          </a:xfrm>
        </p:spPr>
        <p:txBody>
          <a:bodyPr>
            <a:no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données MNIST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49AE166-9A4B-49E4-A2AE-C7550F2FF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8748" y="2427690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Comparer les deux images précédentes ?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peu moins flou sur les bords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Blanc = proche de zéro, Noire = proche de 1</a:t>
            </a:r>
          </a:p>
        </p:txBody>
      </p:sp>
    </p:spTree>
    <p:extLst>
      <p:ext uri="{BB962C8B-B14F-4D97-AF65-F5344CB8AC3E}">
        <p14:creationId xmlns:p14="http://schemas.microsoft.com/office/powerpoint/2010/main" val="1455172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841" y="320510"/>
            <a:ext cx="9144000" cy="1555423"/>
          </a:xfrm>
        </p:spPr>
        <p:txBody>
          <a:bodyPr>
            <a:no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données MNIST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149AE166-9A4B-49E4-A2AE-C7550F2FF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8748" y="2427690"/>
            <a:ext cx="9144000" cy="1655762"/>
          </a:xfrm>
        </p:spPr>
        <p:txBody>
          <a:bodyPr/>
          <a:lstStyle/>
          <a:p>
            <a:pPr marL="457200" indent="-457200" algn="l">
              <a:buAutoNum type="arabicParenR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Combien de données pour l’entraînement?</a:t>
            </a:r>
          </a:p>
          <a:p>
            <a:pPr marL="457200" indent="-457200" algn="l">
              <a:buAutoNum type="arabicParenR"/>
            </a:pP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Combien de données pour le test ?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3040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98</Words>
  <Application>Microsoft Office PowerPoint</Application>
  <PresentationFormat>Grand écran</PresentationFormat>
  <Paragraphs>24</Paragraphs>
  <Slides>11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Thème Office</vt:lpstr>
      <vt:lpstr>Réseaux  de Neurones</vt:lpstr>
      <vt:lpstr>Réseaux  de Neurones CNN</vt:lpstr>
      <vt:lpstr>Réseaux  de Neurones CNN</vt:lpstr>
      <vt:lpstr>CNN données MNIST</vt:lpstr>
      <vt:lpstr>CNN données MNIST</vt:lpstr>
      <vt:lpstr>CNN données MNIST</vt:lpstr>
      <vt:lpstr>CNN données MNIST</vt:lpstr>
      <vt:lpstr>CNN données MNIST</vt:lpstr>
      <vt:lpstr>CNN données MNIST</vt:lpstr>
      <vt:lpstr>CNN données MNIST</vt:lpstr>
      <vt:lpstr>CNN données MNIST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Tenseur</dc:title>
  <dc:creator>User</dc:creator>
  <cp:lastModifiedBy>User</cp:lastModifiedBy>
  <cp:revision>226</cp:revision>
  <dcterms:created xsi:type="dcterms:W3CDTF">2026-09-13T16:30:22Z</dcterms:created>
  <dcterms:modified xsi:type="dcterms:W3CDTF">2026-09-14T01:06:03Z</dcterms:modified>
</cp:coreProperties>
</file>