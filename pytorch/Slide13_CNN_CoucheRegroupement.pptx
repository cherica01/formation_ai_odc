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8" r:id="rId2"/>
    <p:sldId id="269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71681" autoAdjust="0"/>
  </p:normalViewPr>
  <p:slideViewPr>
    <p:cSldViewPr snapToGrid="0">
      <p:cViewPr varScale="1">
        <p:scale>
          <a:sx n="83" d="100"/>
          <a:sy n="83" d="100"/>
        </p:scale>
        <p:origin x="101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4C3D94-9B3A-4BDD-96D2-65963B34E787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EA02C-676A-4722-A887-585CCAD2893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4403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82669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6895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66166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031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9EA02C-676A-4722-A887-585CCAD2893E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917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1B4480-8DCD-4819-804F-0ABAAB8C1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6749A6C-0362-4772-AE95-68224FBAC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DB5181-729A-4D74-B3B7-EC039E36B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5386F95-7995-447B-B6EA-DEDE01E09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5C73A90-90EA-4099-8A09-BEE3FD850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736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80D132-986C-423D-8D55-892A7A41A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F76723-6CF6-4D38-A048-9124D7388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3B25AA7-5CF0-4FF0-9EDF-F82AE0BBF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D155EA-144A-44D8-8B99-C0DFCD44D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A9B76B-9D46-44F1-A3CC-319A0BCB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296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30B5CF-70D5-4BDC-A734-EABA92E6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FB48499-9CBD-41E4-9E4E-D2E53821A6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4FF37E-DA20-476F-9223-370490FE7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C1D023-1E5B-4CB3-BE78-9AB3222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C6AF720-1911-4B49-891E-67BAF7EB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5411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F7943-1D69-4705-8C28-092D454FB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9D0692-41F5-410A-9837-5AE051C02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AE953D1-E1C6-4FB1-9F24-FFB8B75A3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11C5CA9-A0AA-441D-B512-87908D70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CD915AA-CE95-4079-9B29-EFAFC9991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38C73B7-1623-49C3-AAC7-20A4B792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3908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BDE359-7D03-47FE-9CBC-64ADC9BB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DDE78B-54CE-4361-96A7-B068F7996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F6235C5-9CC4-4AB1-82CD-52041B995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1C305EF-612A-4936-BD7B-055CF40B5F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318596A-705A-44F6-8908-E135568A5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CCDE40-4085-4311-864A-6E165F43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D506471-123D-4DCB-9458-AA6F4DDF2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6F1C305-F6A8-4B93-8EC9-6CCE4AE2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3795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DA04D-6E1B-4D15-BCE3-4479F42DD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0BFB07-9131-42BE-8880-58ED050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92B2782-267F-4F18-B104-B80ECD7FC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27D4BC03-5E64-4995-B66F-3B07CA6AB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94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9F9ACC45-D81C-4561-A5A9-FA584FFF5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7054296-4C87-4CD5-91A6-2A527AC47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CC56240-C520-4C74-BBD7-1EBE97BF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979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DB7D7-B8CD-4080-B087-137AFCD34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9CD491-DFDB-4D84-85AA-CA5FE89A1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4B563F6-4A18-42E6-8292-831B0FD46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5A64C-89E0-4A33-9428-AD39B9C4B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173BAB1-E4AC-46DB-9AE8-F20F5BD16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F7E797-70B6-4D7D-8FCC-4C6A5F4A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727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A551D-9AB4-477F-9AB7-CB77C368A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C1BDF06-EB80-4915-9181-07BC28BEB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4FF65-1960-4555-B4FB-98312B0A57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B0FF879-137E-40BF-AEFC-85ACFDAC3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F3C669D-771E-46A6-9FB1-E3B0DF482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F1F20A-8F34-4222-BF37-773F37A0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56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2092FB-B550-4CE3-8005-E549F16FB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B00C56-01FB-413D-A075-73C4D392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EA5DB7E-317F-4CB1-8D21-3574C09EB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B59418-44DD-41A0-B07A-94F877971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9597D9-E18E-4B39-97E6-E047E85F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41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CB442AB-EE46-4F3E-955C-09D9E01A3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FA3E9AE-E55B-40E0-8A18-A182B2CA1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4865AC9-0614-475C-AC58-E1B47989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7F0C61C-35CA-4479-99F4-DBF3F8E3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837C50-AC2F-453B-868D-67792852A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7510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998B9842-D618-405B-8565-09E4D94C4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6442C2-CF91-4EEC-B370-7E398B9EF0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8CC32A3-434A-438B-8C42-036C44813A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EACD0-4BC1-4BDE-8CD7-B1119BBFDC31}" type="datetimeFigureOut">
              <a:rPr lang="fr-FR" smtClean="0"/>
              <a:t>14/09/2026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FE8BEFA-CDC9-4248-B49A-F121B1E40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0198570-D5D6-44A0-9A78-175760B90A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0D3337-C1F2-461D-AB76-4D1460503E0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3717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27996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Regroupement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E879CD-57D7-4150-B839-FDC699A9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20899"/>
            <a:ext cx="12192000" cy="603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19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27996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Regroupement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Pourquoi ?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Réduction de données en utilisant une couche de regroupement </a:t>
            </a:r>
          </a:p>
        </p:txBody>
      </p:sp>
    </p:spTree>
    <p:extLst>
      <p:ext uri="{BB962C8B-B14F-4D97-AF65-F5344CB8AC3E}">
        <p14:creationId xmlns:p14="http://schemas.microsoft.com/office/powerpoint/2010/main" val="247893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27996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Regroupement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C7D75A6-0A23-465C-AEEB-0FAB3B0C33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12"/>
          <a:stretch/>
        </p:blipFill>
        <p:spPr>
          <a:xfrm>
            <a:off x="1524290" y="1114816"/>
            <a:ext cx="10448944" cy="5740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589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27996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Regroupement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782458" cy="1689440"/>
          </a:xfrm>
        </p:spPr>
        <p:txBody>
          <a:bodyPr/>
          <a:lstStyle/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Exercice</a:t>
            </a:r>
          </a:p>
          <a:p>
            <a:pPr algn="l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Calculer le regroupement moyen (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pooling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pour l’image précédente? </a:t>
            </a:r>
          </a:p>
        </p:txBody>
      </p:sp>
    </p:spTree>
    <p:extLst>
      <p:ext uri="{BB962C8B-B14F-4D97-AF65-F5344CB8AC3E}">
        <p14:creationId xmlns:p14="http://schemas.microsoft.com/office/powerpoint/2010/main" val="127242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BA2CA9-1A2F-46E0-9B61-D7A57A78E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83" y="279963"/>
            <a:ext cx="9144000" cy="776190"/>
          </a:xfrm>
        </p:spPr>
        <p:txBody>
          <a:bodyPr>
            <a:normAutofit fontScale="90000"/>
          </a:bodyPr>
          <a:lstStyle/>
          <a:p>
            <a:pPr algn="l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 &amp; Regroupement </a:t>
            </a:r>
            <a:b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E0D9A28-D8C6-41A7-9541-9DF2DC2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683" y="1618536"/>
            <a:ext cx="9144000" cy="1655762"/>
          </a:xfrm>
        </p:spPr>
        <p:txBody>
          <a:bodyPr/>
          <a:lstStyle/>
          <a:p>
            <a:pPr algn="l"/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AE879CD-57D7-4150-B839-FDC699A9B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20899"/>
            <a:ext cx="12192000" cy="6037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05072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49</Words>
  <Application>Microsoft Office PowerPoint</Application>
  <PresentationFormat>Grand écran</PresentationFormat>
  <Paragraphs>14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Thème Office</vt:lpstr>
      <vt:lpstr>CNN &amp; Regroupement  </vt:lpstr>
      <vt:lpstr>CNN &amp; Regroupement  </vt:lpstr>
      <vt:lpstr>CNN &amp; Regroupement  </vt:lpstr>
      <vt:lpstr>CNN &amp; Regroupement  </vt:lpstr>
      <vt:lpstr>CNN &amp; Regroupement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Tenseur</dc:title>
  <dc:creator>User</dc:creator>
  <cp:lastModifiedBy>User</cp:lastModifiedBy>
  <cp:revision>281</cp:revision>
  <dcterms:created xsi:type="dcterms:W3CDTF">2026-09-13T16:30:22Z</dcterms:created>
  <dcterms:modified xsi:type="dcterms:W3CDTF">2026-09-14T02:03:50Z</dcterms:modified>
</cp:coreProperties>
</file>