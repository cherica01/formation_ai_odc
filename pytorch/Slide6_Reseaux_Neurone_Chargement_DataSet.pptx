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3" r:id="rId16"/>
    <p:sldId id="284" r:id="rId17"/>
    <p:sldId id="285" r:id="rId18"/>
    <p:sldId id="286" r:id="rId19"/>
    <p:sldId id="287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E7E3F1-D042-439E-9876-3505D018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93" y="-3151"/>
            <a:ext cx="8572107" cy="686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Chargement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D4061B-C878-4338-A3F0-D217A7532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39" y="-3761"/>
            <a:ext cx="8590962" cy="686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C9F0EEB-76D9-4585-AA11-3F210991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541" y="5639"/>
            <a:ext cx="8977460" cy="685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70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D35755-A343-44B2-A523-4D425068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44" y="-16619"/>
            <a:ext cx="8694657" cy="68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4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Copier le lien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300F55-7924-4C24-8FCC-A98996B6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-1837"/>
            <a:ext cx="8138474" cy="685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4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Coller sur le variable url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A3C850-F6EE-4E12-B161-CF3B7C96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7" y="-21857"/>
            <a:ext cx="8609814" cy="68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6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092AE9-B3D2-41DE-B797-A3742CA4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685" y="-15079"/>
            <a:ext cx="8223315" cy="687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1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E22CF95-5F99-438C-AD9B-5A16979E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6" y="-5901"/>
            <a:ext cx="8110194" cy="686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8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098C98-0430-4D00-895C-B2C554570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93" y="3399"/>
            <a:ext cx="8572107" cy="685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16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1724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&amp; nombre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Changement de variétés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nombre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B484B9-44FB-4C3A-A9B7-6233A09B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4" y="1"/>
            <a:ext cx="8164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27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1724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&amp; nombre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Changement de variétés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nombre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B800C4-0370-4C9B-8D08-03C1C6F5C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7" y="-12625"/>
            <a:ext cx="8138474" cy="687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44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Couper les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B0550F-ED5F-47CC-86C3-59EC49174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71" y="-1"/>
            <a:ext cx="868522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8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1BF288-A0F8-4E0B-894E-B1BCE1933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1" y="-4471"/>
            <a:ext cx="9144000" cy="68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75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X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A7A9B0-058A-4E7D-99A6-F293EC93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77" y="-14461"/>
            <a:ext cx="9398523" cy="687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4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D42D30-CEBE-472B-8B50-F80A8EF5A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787" y="-11249"/>
            <a:ext cx="9524214" cy="686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08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7F9B654-A963-4656-848B-6BDDC396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77" y="1731"/>
            <a:ext cx="9398523" cy="685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93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536BC5-F48E-4D2D-8F90-95D1017B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1" y="-459"/>
            <a:ext cx="9144000" cy="685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48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de tenseur X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4BC766-3CB7-4172-9B8A-C5F49962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612" y="-7150"/>
            <a:ext cx="8600388" cy="68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02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de tenseur y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long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33B30D-3CE6-4273-A0B6-FDFF6CF7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478" y="1"/>
            <a:ext cx="8647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05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16BA24E-A931-4119-8C0D-21C27667E700}"/>
              </a:ext>
            </a:extLst>
          </p:cNvPr>
          <p:cNvGrpSpPr/>
          <p:nvPr/>
        </p:nvGrpSpPr>
        <p:grpSpPr>
          <a:xfrm>
            <a:off x="2111605" y="-41381"/>
            <a:ext cx="9895179" cy="6899381"/>
            <a:chOff x="1715678" y="-41381"/>
            <a:chExt cx="9895179" cy="6899381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A753A990-B1D5-47CC-9847-888056997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5678" y="-41381"/>
              <a:ext cx="9895179" cy="6899381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31AA46D-9E05-4866-ACC4-255B7FC39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54387" y="3143718"/>
              <a:ext cx="1237616" cy="1557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049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Minimisation d’erreur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854DA9-FE8E-4223-A50C-72E1B6B9C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111" y="-6652"/>
            <a:ext cx="8213889" cy="694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98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d’erreur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4923FFB-3F4B-4EFF-91F2-05089A37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564" y="0"/>
            <a:ext cx="8151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21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d’erreur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5E72B4-5248-495E-864F-7AC5B0D3F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59" y="0"/>
            <a:ext cx="8160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65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d’erreur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894D38F-3F3B-409B-A1C9-2826E2C9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42" y="0"/>
            <a:ext cx="8836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8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Calcul d’erreur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AA6091-26EA-410C-82FF-7E64C3001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7" y="7353"/>
            <a:ext cx="8081913" cy="685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55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Calcul d’erreur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B87A02-32D4-4B84-817C-BA91FC79C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918" y="-7150"/>
            <a:ext cx="8704082" cy="68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57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Calcul d’erreur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F1CF0D-4DF1-478D-BCA2-D00B52E5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672" y="-4957"/>
            <a:ext cx="8157328" cy="686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1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cas contraire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Ajustement de taux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d’apprentissage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97F8EA-521E-4543-AC4D-947A5BD7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786" y="0"/>
            <a:ext cx="8114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4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cas contraire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Ajustement plus d’époque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A084E4-EB1F-43E2-9CB1-38669A74C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7" y="11599"/>
            <a:ext cx="8081913" cy="684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68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 200 époques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85D7F7-185F-4A06-8884-F64C783C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-6221"/>
            <a:ext cx="8138474" cy="68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58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523" y="209431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23" y="1584702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 200 époques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2C240D-85A9-46FD-8238-C2329797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7" y="-9127"/>
            <a:ext cx="8138474" cy="68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00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152</Words>
  <Application>Microsoft Office PowerPoint</Application>
  <PresentationFormat>Grand écran</PresentationFormat>
  <Paragraphs>86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Thème Office</vt:lpstr>
      <vt:lpstr>Réseaux  de Neurones</vt:lpstr>
      <vt:lpstr>Chargement de DataSet</vt:lpstr>
      <vt:lpstr>Github de DataSet</vt:lpstr>
      <vt:lpstr>Github de DataSet</vt:lpstr>
      <vt:lpstr>Github de DataSet</vt:lpstr>
      <vt:lpstr>Github de DataSet</vt:lpstr>
      <vt:lpstr>Vérification de DataSet</vt:lpstr>
      <vt:lpstr>Vérification de DataSet</vt:lpstr>
      <vt:lpstr>Vérification de DataSet</vt:lpstr>
      <vt:lpstr>ML &amp; nombre</vt:lpstr>
      <vt:lpstr>ML &amp; nombre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  <vt:lpstr>Test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131</cp:revision>
  <dcterms:created xsi:type="dcterms:W3CDTF">2026-09-13T16:30:22Z</dcterms:created>
  <dcterms:modified xsi:type="dcterms:W3CDTF">2026-09-14T00:46:38Z</dcterms:modified>
</cp:coreProperties>
</file>