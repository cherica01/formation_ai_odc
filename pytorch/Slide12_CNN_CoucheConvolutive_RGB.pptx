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681" autoAdjust="0"/>
  </p:normalViewPr>
  <p:slideViewPr>
    <p:cSldViewPr snapToGrid="0">
      <p:cViewPr varScale="1">
        <p:scale>
          <a:sx n="61" d="100"/>
          <a:sy n="61" d="100"/>
        </p:scale>
        <p:origin x="14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443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5036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153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Extraction ou couche </a:t>
            </a:r>
            <a:r>
              <a:rPr lang="fr-FR"/>
              <a:t>de regroupement: </a:t>
            </a:r>
            <a:r>
              <a:rPr lang="fr-FR" dirty="0"/>
              <a:t>ou prend seulement les données importants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974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Image binaire 2D seulement,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39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25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3 </a:t>
            </a:r>
            <a:r>
              <a:rPr lang="fr-FR" dirty="0" err="1"/>
              <a:t>cannaux</a:t>
            </a:r>
            <a:r>
              <a:rPr lang="fr-FR" dirty="0"/>
              <a:t> de </a:t>
            </a:r>
            <a:r>
              <a:rPr lang="fr-FR" dirty="0" err="1"/>
              <a:t>couleures</a:t>
            </a:r>
            <a:r>
              <a:rPr lang="fr-FR" dirty="0"/>
              <a:t> : Rouge, vert , bleu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941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69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47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6" y="505431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Glisser la filtre sur l’image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67D2CF9-9C05-4AA7-8445-C7AF72032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115" y="20845"/>
            <a:ext cx="8045885" cy="683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6" y="505431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2" y="1618535"/>
            <a:ext cx="5398718" cy="2239481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CNN et non ANN ?</a:t>
            </a:r>
          </a:p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Entièrement connectée pour ANN</a:t>
            </a:r>
          </a:p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Trop de calcul pour ANN </a:t>
            </a:r>
          </a:p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de calcul avec RGB </a:t>
            </a:r>
          </a:p>
          <a:p>
            <a:pPr algn="l"/>
            <a:r>
              <a:rPr lang="fr-FR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de Calcul avec la qualité d’image</a:t>
            </a:r>
          </a:p>
          <a:p>
            <a:pPr algn="l"/>
            <a:endParaRPr lang="fr-FR" dirty="0"/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B92466F-206B-41E9-80BC-7B21C0017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625" y="2039941"/>
            <a:ext cx="7231693" cy="482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9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6" y="505431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Couche 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Connectivité locale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Couche de filtre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CEDC29-DD56-4FD3-926C-B238525D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947" y="2317315"/>
            <a:ext cx="9094054" cy="45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8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6" y="505431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3FE0C8-7C11-4737-B40C-B6AC2BD80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59" y="1077238"/>
            <a:ext cx="11659742" cy="578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3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6" y="505431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3B43A5D-60D3-4033-8FA6-7A98E81FB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59" y="1077238"/>
            <a:ext cx="11659742" cy="578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4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6" y="505431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image binaire / image niveau gris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FF239E-252F-4C28-AE11-9A365E446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317" y="1159061"/>
            <a:ext cx="9095039" cy="569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4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155" y="392697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image couleur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E987A4-B78E-4DF4-9259-F36C16213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225" y="-29227"/>
            <a:ext cx="8233775" cy="692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79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155" y="392697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image couleur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C3EF3E3-8897-4AFF-89D8-47E5AAD8E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845" y="739016"/>
            <a:ext cx="9422155" cy="611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5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6" y="505431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Couche CNN image couleur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Connectivité locale (3 couches)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Couche de filtre (3 filtres)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CEDC29-DD56-4FD3-926C-B238525D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495" y="2317315"/>
            <a:ext cx="8584505" cy="45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0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6" y="505431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Couche 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Calculer le nombre de connexion dans la couche locale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CEDC29-DD56-4FD3-926C-B238525D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495" y="2317315"/>
            <a:ext cx="8584505" cy="45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17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EF151-9622-4A71-A9E8-BB63F7F95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Résumé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6E4965-FE1E-46D9-A617-41FB3C8FF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Connexion locale de la couche convolutive : réduction de calcul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couleur : utilisation de 3 canaux (rouge, vert, bleu)</a:t>
            </a:r>
          </a:p>
        </p:txBody>
      </p:sp>
    </p:spTree>
    <p:extLst>
      <p:ext uri="{BB962C8B-B14F-4D97-AF65-F5344CB8AC3E}">
        <p14:creationId xmlns:p14="http://schemas.microsoft.com/office/powerpoint/2010/main" val="21151098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157</Words>
  <Application>Microsoft Office PowerPoint</Application>
  <PresentationFormat>Grand écran</PresentationFormat>
  <Paragraphs>36</Paragraphs>
  <Slides>11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Thème Office</vt:lpstr>
      <vt:lpstr>CNN  </vt:lpstr>
      <vt:lpstr>CNN  </vt:lpstr>
      <vt:lpstr>Couche CNN  </vt:lpstr>
      <vt:lpstr>CNN  </vt:lpstr>
      <vt:lpstr>CNN Pooling  </vt:lpstr>
      <vt:lpstr>CNN image binaire / image niveau gris  </vt:lpstr>
      <vt:lpstr>CNN image couleur  </vt:lpstr>
      <vt:lpstr>CNN image couleur  </vt:lpstr>
      <vt:lpstr>Couche CNN image couleur </vt:lpstr>
      <vt:lpstr>Couche CNN </vt:lpstr>
      <vt:lpstr>Résumé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275</cp:revision>
  <dcterms:created xsi:type="dcterms:W3CDTF">2026-09-13T16:30:22Z</dcterms:created>
  <dcterms:modified xsi:type="dcterms:W3CDTF">2026-09-14T01:55:20Z</dcterms:modified>
</cp:coreProperties>
</file>