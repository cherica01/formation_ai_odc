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681" autoAdjust="0"/>
  </p:normalViewPr>
  <p:slideViewPr>
    <p:cSldViewPr snapToGrid="0">
      <p:cViewPr varScale="1">
        <p:scale>
          <a:sx n="61" d="100"/>
          <a:sy n="61" d="100"/>
        </p:scale>
        <p:origin x="149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C3D94-9B3A-4BDD-96D2-65963B34E787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EA02C-676A-4722-A887-585CCAD289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40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Trouver le contour, pour le faire avec convolution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0645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044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2670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357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7872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4826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3803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58091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19145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5086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60415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4502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B4480-8DCD-4819-804F-0ABAAB8C1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749A6C-0362-4772-AE95-68224FBAC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DB5181-729A-4D74-B3B7-EC039E36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386F95-7995-447B-B6EA-DEDE01E0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73A90-90EA-4099-8A09-BEE3FD8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6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80D132-986C-423D-8D55-892A7A41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76723-6CF6-4D38-A048-9124D738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B25AA7-5CF0-4FF0-9EDF-F82AE0BB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D155EA-144A-44D8-8B99-C0DFCD44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9B76B-9D46-44F1-A3CC-319A0BCB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9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0B5CF-70D5-4BDC-A734-EABA92E6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B48499-9CBD-41E4-9E4E-D2E53821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4FF37E-DA20-476F-9223-370490FE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C1D023-1E5B-4CB3-BE78-9AB3222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6AF720-1911-4B49-891E-67BAF7EB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4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F7943-1D69-4705-8C28-092D454F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9D0692-41F5-410A-9837-5AE051C02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E953D1-E1C6-4FB1-9F24-FFB8B75A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1C5CA9-A0AA-441D-B512-87908D70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915AA-CE95-4079-9B29-EFAFC999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8C73B7-1623-49C3-AAC7-20A4B792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90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BDE359-7D03-47FE-9CBC-64ADC9BB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DDE78B-54CE-4361-96A7-B068F799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6235C5-9CC4-4AB1-82CD-52041B99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C305EF-612A-4936-BD7B-055CF40B5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318596A-705A-44F6-8908-E135568A5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CCDE40-4085-4311-864A-6E165F43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506471-123D-4DCB-9458-AA6F4DDF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F1C305-F6A8-4B93-8EC9-6CCE4AE2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79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DA04D-6E1B-4D15-BCE3-4479F42D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0BFB07-9131-42BE-8880-58ED0509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2B2782-267F-4F18-B104-B80ECD7F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D4BC03-5E64-4995-B66F-3B07CA6A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9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ACC45-D81C-4561-A5A9-FA584FFF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054296-4C87-4CD5-91A6-2A527AC4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C56240-C520-4C74-BBD7-1EBE97BF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97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DB7D7-B8CD-4080-B087-137AFCD3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9CD491-DFDB-4D84-85AA-CA5FE89A1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B563F6-4A18-42E6-8292-831B0FD46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C5A64C-89E0-4A33-9428-AD39B9C4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73BAB1-E4AC-46DB-9AE8-F20F5BD1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F7E797-70B6-4D7D-8FCC-4C6A5F4A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27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A551D-9AB4-477F-9AB7-CB77C368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C1BDF06-EB80-4915-9181-07BC28BEB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74FF65-1960-4555-B4FB-98312B0A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0FF879-137E-40BF-AEFC-85ACFDAC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3C669D-771E-46A6-9FB1-E3B0DF48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F1F20A-8F34-4222-BF37-773F37A0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85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092FB-B550-4CE3-8005-E549F16F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B00C56-01FB-413D-A075-73C4D3921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A5DB7E-317F-4CB1-8D21-3574C09E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B59418-44DD-41A0-B07A-94F87797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9597D9-E18E-4B39-97E6-E047E85F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4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B442AB-EE46-4F3E-955C-09D9E01A3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A3E9AE-E55B-40E0-8A18-A182B2CA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865AC9-0614-475C-AC58-E1B4798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F0C61C-35CA-4479-99F4-DBF3F8E3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837C50-AC2F-453B-868D-67792852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1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8B9842-D618-405B-8565-09E4D94C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6442C2-CF91-4EEC-B370-7E398B9EF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CC32A3-434A-438B-8C42-036C44813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E8BEFA-CDC9-4248-B49A-F121B1E40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198570-D5D6-44A0-9A78-175760B90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71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670" y="831108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Noyau 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78D194C-B39D-45F9-915B-8A61EB113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011" y="-14823"/>
            <a:ext cx="8095989" cy="685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1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670" y="831108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Noyau 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56738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Etape de convolution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0A9B4C4-6491-4533-A62B-B3EE05B99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003" y="831108"/>
            <a:ext cx="9060997" cy="483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659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670" y="831108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Noyau 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56738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 convolution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(image binaire)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010BE78-C40B-4939-88C5-6C9243B5F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719" y="831109"/>
            <a:ext cx="9696281" cy="601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554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670" y="831108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Noyau 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956738"/>
            <a:ext cx="10471759" cy="1675810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Exercice :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l’image précédente, calculer la matrice résultante de produit de convolution ?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</p:spTree>
    <p:extLst>
      <p:ext uri="{BB962C8B-B14F-4D97-AF65-F5344CB8AC3E}">
        <p14:creationId xmlns:p14="http://schemas.microsoft.com/office/powerpoint/2010/main" val="1157598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670" y="831108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Noyau 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56738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674BAAE-1364-462A-85FC-655DCCAD7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063" y="9303"/>
            <a:ext cx="8070937" cy="684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277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670" y="831108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Noyau 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56738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Glisser pour voir la convolution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995C74-AED9-47B0-88F0-D7C1705F3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330" y="-1"/>
            <a:ext cx="8162512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47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670" y="831108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Noyau 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56738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 de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sobel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gauche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 fait cette filtre ?</a:t>
            </a:r>
          </a:p>
          <a:p>
            <a:pPr algn="l"/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Rép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détection de contour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A43785F-2929-4981-86E6-2AD5D2C10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537" y="3621"/>
            <a:ext cx="8083463" cy="683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36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670" y="831108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Noyau 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56738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 de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sobel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CC71808-6233-48E1-A5F9-F986467B0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329" y="-3909"/>
            <a:ext cx="8183671" cy="686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817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670" y="831108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Noyau 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56738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 de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sobel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haut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60131DA-1EF0-44AB-B795-A43BFE2DD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8434" y="2325"/>
            <a:ext cx="8129392" cy="684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939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670" y="831108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Noyau 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56738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 de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sobel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droit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FA512F5-DAF4-4920-8C3D-C8E80B02D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907" y="-27397"/>
            <a:ext cx="8146093" cy="687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499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670" y="831108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Noyau 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56738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 de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sobel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droit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119E106-6745-4FE8-8372-1A3B8107E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063" y="27323"/>
            <a:ext cx="8070937" cy="683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326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670" y="831108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Noyau 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56738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 de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sobel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6529143-0DFD-41B2-9B97-2A634B698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855" y="27466"/>
            <a:ext cx="8171145" cy="684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87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670" y="831108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Noyau 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94316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Importer vos propres images ?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Modifier la filtre ?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D14C8C7-0BAB-4080-9C23-417486167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8433" y="13563"/>
            <a:ext cx="8133567" cy="684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7293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163</Words>
  <Application>Microsoft Office PowerPoint</Application>
  <PresentationFormat>Grand écran</PresentationFormat>
  <Paragraphs>48</Paragraphs>
  <Slides>13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Thème Office</vt:lpstr>
      <vt:lpstr>CNN  Filtre Noyau  </vt:lpstr>
      <vt:lpstr>CNN  Filtre Noyau  </vt:lpstr>
      <vt:lpstr>CNN  Filtre Noyau  </vt:lpstr>
      <vt:lpstr>CNN  Filtre Noyau  </vt:lpstr>
      <vt:lpstr>CNN  Filtre Noyau  </vt:lpstr>
      <vt:lpstr>CNN  Filtre Noyau  </vt:lpstr>
      <vt:lpstr>CNN  Filtre Noyau  </vt:lpstr>
      <vt:lpstr>CNN  Filtre Noyau  </vt:lpstr>
      <vt:lpstr>CNN  Filtre Noyau  </vt:lpstr>
      <vt:lpstr>CNN  Filtre Noyau  </vt:lpstr>
      <vt:lpstr>CNN  Filtre Noyau  </vt:lpstr>
      <vt:lpstr>CNN  Filtre Noyau  </vt:lpstr>
      <vt:lpstr>CNN  Filtre Noyau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Tenseur</dc:title>
  <dc:creator>User</dc:creator>
  <cp:lastModifiedBy>User</cp:lastModifiedBy>
  <cp:revision>250</cp:revision>
  <dcterms:created xsi:type="dcterms:W3CDTF">2026-09-13T16:30:22Z</dcterms:created>
  <dcterms:modified xsi:type="dcterms:W3CDTF">2026-09-14T01:29:21Z</dcterms:modified>
</cp:coreProperties>
</file>