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8" r:id="rId2"/>
    <p:sldId id="269" r:id="rId3"/>
    <p:sldId id="301" r:id="rId4"/>
    <p:sldId id="302" r:id="rId5"/>
    <p:sldId id="303" r:id="rId6"/>
    <p:sldId id="304" r:id="rId7"/>
    <p:sldId id="306" r:id="rId8"/>
    <p:sldId id="307" r:id="rId9"/>
    <p:sldId id="308" r:id="rId10"/>
    <p:sldId id="309" r:id="rId11"/>
    <p:sldId id="310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4C3D94-9B3A-4BDD-96D2-65963B34E787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EA02C-676A-4722-A887-585CCAD289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4403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1B4480-8DCD-4819-804F-0ABAAB8C12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6749A6C-0362-4772-AE95-68224FBAC0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8DB5181-729A-4D74-B3B7-EC039E36B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5386F95-7995-447B-B6EA-DEDE01E09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5C73A90-90EA-4099-8A09-BEE3FD850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7364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80D132-986C-423D-8D55-892A7A41A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AF76723-6CF6-4D38-A048-9124D7388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3B25AA7-5CF0-4FF0-9EDF-F82AE0BBF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1D155EA-144A-44D8-8B99-C0DFCD44D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A9B76B-9D46-44F1-A3CC-319A0BCB3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296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30B5CF-70D5-4BDC-A734-EABA92E6F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FB48499-9CBD-41E4-9E4E-D2E53821A6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E4FF37E-DA20-476F-9223-370490FE7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6C1D023-1E5B-4CB3-BE78-9AB32227E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C6AF720-1911-4B49-891E-67BAF7EBF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5411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1F7943-1D69-4705-8C28-092D454FB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99D0692-41F5-410A-9837-5AE051C029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AE953D1-E1C6-4FB1-9F24-FFB8B75A33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11C5CA9-A0AA-441D-B512-87908D704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CD915AA-CE95-4079-9B29-EFAFC9991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38C73B7-1623-49C3-AAC7-20A4B7922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3908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BDE359-7D03-47FE-9CBC-64ADC9BB8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8DDE78B-54CE-4361-96A7-B068F7996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F6235C5-9CC4-4AB1-82CD-52041B995F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1C305EF-612A-4936-BD7B-055CF40B5F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318596A-705A-44F6-8908-E135568A52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5CCDE40-4085-4311-864A-6E165F437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D506471-123D-4DCB-9458-AA6F4DDF2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6F1C305-F6A8-4B93-8EC9-6CCE4AE20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3795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9DA04D-6E1B-4D15-BCE3-4479F42DD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F0BFB07-9131-42BE-8880-58ED05094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92B2782-267F-4F18-B104-B80ECD7FC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7D4BC03-5E64-4995-B66F-3B07CA6AB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5794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F9ACC45-D81C-4561-A5A9-FA584FFF5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7054296-4C87-4CD5-91A6-2A527AC47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CC56240-C520-4C74-BBD7-1EBE97BFE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4979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4DB7D7-B8CD-4080-B087-137AFCD34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09CD491-DFDB-4D84-85AA-CA5FE89A1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4B563F6-4A18-42E6-8292-831B0FD464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0C5A64C-89E0-4A33-9428-AD39B9C4B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173BAB1-E4AC-46DB-9AE8-F20F5BD16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7F7E797-70B6-4D7D-8FCC-4C6A5F4AE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7276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5A551D-9AB4-477F-9AB7-CB77C368A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C1BDF06-EB80-4915-9181-07BC28BEB3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F74FF65-1960-4555-B4FB-98312B0A57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B0FF879-137E-40BF-AEFC-85ACFDAC3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F3C669D-771E-46A6-9FB1-E3B0DF482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3F1F20A-8F34-4222-BF37-773F37A06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9856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2092FB-B550-4CE3-8005-E549F16FB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AB00C56-01FB-413D-A075-73C4D39210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EA5DB7E-317F-4CB1-8D21-3574C09EB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EB59418-44DD-41A0-B07A-94F877971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D9597D9-E18E-4B39-97E6-E047E85F0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941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CB442AB-EE46-4F3E-955C-09D9E01A3C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FA3E9AE-E55B-40E0-8A18-A182B2CA1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865AC9-0614-475C-AC58-E1B47989C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7F0C61C-35CA-4479-99F4-DBF3F8E31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5837C50-AC2F-453B-868D-67792852A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7510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98B9842-D618-405B-8565-09E4D94C4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F6442C2-CF91-4EEC-B370-7E398B9EF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8CC32A3-434A-438B-8C42-036C44813A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FE8BEFA-CDC9-4248-B49A-F121B1E402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0198570-D5D6-44A0-9A78-175760B90A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3717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4144" y="367645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Réseaux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Neurones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05593"/>
            <a:ext cx="9144000" cy="1655762"/>
          </a:xfrm>
        </p:spPr>
        <p:txBody>
          <a:bodyPr/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Rappel du code        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184F810-E4AD-4E31-9D5F-185442E714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1807" y="11251"/>
            <a:ext cx="8110194" cy="684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319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2168" y="313126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Nouveaux données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05593"/>
            <a:ext cx="9144000" cy="1655762"/>
          </a:xfrm>
        </p:spPr>
        <p:txBody>
          <a:bodyPr>
            <a:normAutofit lnSpcReduction="10000"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Caractéristiques 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 points de données</a:t>
            </a: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A5CC272-2CD1-4221-9AF5-B2C3AA73A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233" y="12022"/>
            <a:ext cx="8100767" cy="6845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623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510" y="332335"/>
            <a:ext cx="9144000" cy="776190"/>
          </a:xfrm>
        </p:spPr>
        <p:txBody>
          <a:bodyPr>
            <a:norm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Nouveaux données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05593"/>
            <a:ext cx="9144000" cy="1655762"/>
          </a:xfrm>
        </p:spPr>
        <p:txBody>
          <a:bodyPr>
            <a:normAutofit fontScale="70000" lnSpcReduction="20000"/>
          </a:bodyPr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Création de tenseur</a:t>
            </a: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E7832DC-62A1-4856-AAF3-20F8897E5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9513" y="35267"/>
            <a:ext cx="8072487" cy="6822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135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3950" y="316188"/>
            <a:ext cx="9144000" cy="776190"/>
          </a:xfrm>
        </p:spPr>
        <p:txBody>
          <a:bodyPr>
            <a:norm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Nouveaux données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05593"/>
            <a:ext cx="9144000" cy="1655762"/>
          </a:xfrm>
        </p:spPr>
        <p:txBody>
          <a:bodyPr>
            <a:normAutofit fontScale="92500" lnSpcReduction="10000"/>
          </a:bodyPr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C857611-937A-4B1D-BFE4-26D4A1254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4099" y="2973"/>
            <a:ext cx="8147901" cy="685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044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3950" y="316188"/>
            <a:ext cx="9144000" cy="776190"/>
          </a:xfrm>
        </p:spPr>
        <p:txBody>
          <a:bodyPr>
            <a:norm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Nouveaux données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05593"/>
            <a:ext cx="9144000" cy="1655762"/>
          </a:xfrm>
        </p:spPr>
        <p:txBody>
          <a:bodyPr>
            <a:normAutofit fontScale="70000" lnSpcReduction="20000"/>
          </a:bodyPr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: </a:t>
            </a:r>
          </a:p>
          <a:p>
            <a:pPr algn="l"/>
            <a:r>
              <a:rPr lang="fr-FR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C’est un </a:t>
            </a:r>
            <a:r>
              <a:rPr lang="fr-FR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zero</a:t>
            </a:r>
            <a:endParaRPr lang="fr-FR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C857611-937A-4B1D-BFE4-26D4A1254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4099" y="2973"/>
            <a:ext cx="8147901" cy="685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02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3950" y="316188"/>
            <a:ext cx="9144000" cy="776190"/>
          </a:xfrm>
        </p:spPr>
        <p:txBody>
          <a:bodyPr>
            <a:norm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Nouveaux données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05593"/>
            <a:ext cx="9144000" cy="1655762"/>
          </a:xfrm>
        </p:spPr>
        <p:txBody>
          <a:bodyPr>
            <a:normAutofit fontScale="70000" lnSpcReduction="20000"/>
          </a:bodyPr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: </a:t>
            </a:r>
          </a:p>
          <a:p>
            <a:pPr algn="l"/>
            <a:r>
              <a:rPr lang="fr-FR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C’est un </a:t>
            </a:r>
            <a:r>
              <a:rPr lang="fr-FR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setosa</a:t>
            </a:r>
            <a:endParaRPr lang="fr-FR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C6C495C-D5D1-43D5-9AB9-CF996285ED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6079" y="0"/>
            <a:ext cx="81159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577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3950" y="316188"/>
            <a:ext cx="9144000" cy="776190"/>
          </a:xfrm>
        </p:spPr>
        <p:txBody>
          <a:bodyPr>
            <a:norm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Nouveaux données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05593"/>
            <a:ext cx="9144000" cy="1655762"/>
          </a:xfrm>
        </p:spPr>
        <p:txBody>
          <a:bodyPr>
            <a:normAutofit fontScale="92500" lnSpcReduction="10000"/>
          </a:bodyPr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A738733-9943-44BC-B730-73C91953C2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1261" y="1"/>
            <a:ext cx="81607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773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3950" y="316188"/>
            <a:ext cx="9144000" cy="776190"/>
          </a:xfrm>
        </p:spPr>
        <p:txBody>
          <a:bodyPr>
            <a:norm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Nouveaux données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05593"/>
            <a:ext cx="9144000" cy="1655762"/>
          </a:xfrm>
        </p:spPr>
        <p:txBody>
          <a:bodyPr>
            <a:normAutofit fontScale="62500" lnSpcReduction="20000"/>
          </a:bodyPr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</a:p>
          <a:p>
            <a:pPr algn="l"/>
            <a:r>
              <a:rPr lang="fr-FR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C’est un deux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A1D323E-6393-4C4C-B227-B6AACB9C4D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5037" y="1"/>
            <a:ext cx="81269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727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3950" y="316188"/>
            <a:ext cx="9144000" cy="776190"/>
          </a:xfrm>
        </p:spPr>
        <p:txBody>
          <a:bodyPr>
            <a:norm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Nouveaux données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05593"/>
            <a:ext cx="9144000" cy="1655762"/>
          </a:xfrm>
        </p:spPr>
        <p:txBody>
          <a:bodyPr>
            <a:normAutofit fontScale="25000" lnSpcReduction="20000"/>
          </a:bodyPr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</a:p>
          <a:p>
            <a:pPr algn="l"/>
            <a:r>
              <a:rPr lang="fr-FR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Après vérification</a:t>
            </a:r>
          </a:p>
          <a:p>
            <a:pPr algn="l"/>
            <a:r>
              <a:rPr lang="fr-FR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C’est un deux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FA92516-19E1-444A-AE0C-DDAD93A3F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6251" y="0"/>
            <a:ext cx="81057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0799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3950" y="316188"/>
            <a:ext cx="9144000" cy="776190"/>
          </a:xfrm>
        </p:spPr>
        <p:txBody>
          <a:bodyPr>
            <a:norm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Nouveaux données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05593"/>
            <a:ext cx="9144000" cy="1655762"/>
          </a:xfrm>
        </p:spPr>
        <p:txBody>
          <a:bodyPr>
            <a:normAutofit fontScale="62500" lnSpcReduction="20000"/>
          </a:bodyPr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</a:p>
          <a:p>
            <a:pPr algn="l"/>
            <a:r>
              <a:rPr lang="fr-FR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C’est un </a:t>
            </a:r>
            <a:r>
              <a:rPr lang="fr-FR" sz="3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virginica</a:t>
            </a:r>
            <a:endParaRPr lang="fr-FR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16327F2-BA01-4650-9C2E-7CB25273D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9882" y="1"/>
            <a:ext cx="81514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5577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3950" y="316188"/>
            <a:ext cx="9144000" cy="776190"/>
          </a:xfrm>
        </p:spPr>
        <p:txBody>
          <a:bodyPr>
            <a:norm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Nouveaux données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05593"/>
            <a:ext cx="9144000" cy="1655762"/>
          </a:xfrm>
        </p:spPr>
        <p:txBody>
          <a:bodyPr>
            <a:normAutofit fontScale="25000" lnSpcReduction="20000"/>
          </a:bodyPr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Exercice : </a:t>
            </a:r>
          </a:p>
          <a:p>
            <a:pPr algn="l"/>
            <a:r>
              <a:rPr lang="fr-FR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Extraction de tenseur ?</a:t>
            </a:r>
          </a:p>
          <a:p>
            <a:pPr algn="l"/>
            <a:r>
              <a:rPr lang="fr-FR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Utilisation de </a:t>
            </a:r>
            <a:r>
              <a:rPr lang="fr-FR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argmax</a:t>
            </a:r>
            <a:r>
              <a:rPr lang="fr-FR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?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</a:p>
        </p:txBody>
      </p:sp>
    </p:spTree>
    <p:extLst>
      <p:ext uri="{BB962C8B-B14F-4D97-AF65-F5344CB8AC3E}">
        <p14:creationId xmlns:p14="http://schemas.microsoft.com/office/powerpoint/2010/main" val="21891252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82</Words>
  <Application>Microsoft Office PowerPoint</Application>
  <PresentationFormat>Grand écran</PresentationFormat>
  <Paragraphs>62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Thème Office</vt:lpstr>
      <vt:lpstr>Réseaux  de Neurones</vt:lpstr>
      <vt:lpstr>Nouveaux données  </vt:lpstr>
      <vt:lpstr>Nouveaux données</vt:lpstr>
      <vt:lpstr>Nouveaux données</vt:lpstr>
      <vt:lpstr>Nouveaux données</vt:lpstr>
      <vt:lpstr>Nouveaux données</vt:lpstr>
      <vt:lpstr>Nouveaux données</vt:lpstr>
      <vt:lpstr>Nouveaux données</vt:lpstr>
      <vt:lpstr>Nouveaux données</vt:lpstr>
      <vt:lpstr>Nouveaux données</vt:lpstr>
      <vt:lpstr>Nouveaux données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Tenseur</dc:title>
  <dc:creator>User</dc:creator>
  <cp:lastModifiedBy>User</cp:lastModifiedBy>
  <cp:revision>194</cp:revision>
  <dcterms:created xsi:type="dcterms:W3CDTF">2026-09-13T16:30:22Z</dcterms:created>
  <dcterms:modified xsi:type="dcterms:W3CDTF">2026-09-14T00:48:52Z</dcterms:modified>
</cp:coreProperties>
</file>