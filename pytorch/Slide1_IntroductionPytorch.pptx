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EBE35B-0474-4985-81FE-5E45A7109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D686E0-45C7-4555-98D0-D8949F170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4E78D6-EAAA-4779-AC47-D9593505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8E05A3-6B1D-411F-9E3D-E47FE11A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0547C9-AEEC-46C3-A347-BB26AEA5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40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6CB4EE-DC31-43CC-BC70-A3AB6A64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31FD27-1DC5-470D-ADBF-5338E3CB5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16091-2443-4171-91D8-70CACA33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104686-5CAE-4721-9BE3-8CFA1B64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6BFD33-3892-44CF-BAAF-BC8D03FD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007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F9822-DCAC-420C-9C59-38880C90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B669D0-AA27-478E-8079-D5EF2D7C4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F3A72B-C39B-4F45-B965-264ED422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46C0E7-6AC7-431A-841B-B4A622C4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08135-5261-43F2-9AF7-B1EF6B7B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45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FD090-E5DD-4D07-8536-711FA17A0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DE4CC7-4A00-4ADB-A464-0ABE9F60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5F2861-5D85-4C76-BF09-D2A743BFA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8E1AFA-D579-4791-A240-A1CCFFA7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B133F7-B530-4513-BDA6-EED69043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35EA35-CF2D-4BE9-A4DA-9EA9439D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82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BB027-9D45-4923-985E-6EE7BECD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8DB700-6BD1-444E-8949-7FFCE363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D4EEBE-4326-4F86-8A90-1B2D33A57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135BEF9-2B8A-45A4-8D1A-E29CBD26D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5057A6-641C-4F29-BE6A-EC7EACDCD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814900F-3EB5-4F7E-A5F5-91BD0334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F6FFCF8-E950-41FF-8962-8E140C62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90FEDEE-2605-429F-ADD7-701759C2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0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ECCE03-FC1F-483A-B40A-89726C7E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7DFB1-6EB9-4A8C-9E7F-7737206F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9148D19-36E6-49CA-BF26-B94BFE1F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05FA48-1036-4343-BE20-3B0237C8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952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DD13DC6-427B-4504-B30B-9688F527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83FF87-B530-4077-B2A1-951C30F4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6C4373-B5CE-498A-9D13-1ABC4B55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089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FF608-864A-408C-B7E0-B1F9B0B12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96F6BA-7F64-4661-9951-D2ECA9E2D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24261F-FBBC-400E-8F23-B4CDC3614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899A71-7AA7-4589-81D7-A3CBFC43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16E7F5-74F7-4401-8491-5E18A9DF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81AAFA-D8C2-407C-AA13-95C93493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66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03009-765A-4B69-B97E-AD81B3438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0A1504B-DA3F-44ED-B763-CEF5227C4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308440-BC39-4FC7-B9E9-2AC179209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95A96B-0BEB-4072-B559-DCD4E03B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05ADC4-24A5-45B8-92AE-86DDD9AC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CCCA77-378B-436D-9706-D7A4BBC1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3782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14DCA0-A4C3-423C-BB4D-F8D32B49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4009319-218E-4B61-AE5E-1B77A1A6B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B5ED9E-B666-471A-A9B0-01C5786D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EF3396-FD63-4681-B38D-80AFA607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0B3E9-C509-42E7-B3C6-6B55346E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432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1F60FF-B93C-44A5-B187-2C608A2BF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B2F1FB-E7C4-4134-9CC6-8C67389B9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FA94C3-798D-4032-9557-D1ADD5E1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974CC0-520E-4EB2-9A2F-4AA519F2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DF708C-CBA1-4D8D-8A4D-56644FF4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25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7222189-2DE4-41BE-9CD4-E55E2905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531FA8-68E1-4E5A-BBEB-7B9E202AF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E45008-6309-4D2F-B2FD-83001DD65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71F26-8609-48E9-AE89-946EC6D94695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822509-4FAD-4969-A641-A5F18ED22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D7D196-4D0A-41B3-8DCB-27312AFDF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FE2FA-0E74-4A37-9515-5196E6BA00F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27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978B4C-7C4C-4050-9E66-90E5FF0DE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15A302-A552-485B-8248-72B797ACC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8D23E7-2718-479D-BA6F-67909F9F4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882" y="-20644"/>
            <a:ext cx="9279119" cy="68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58CF6-6F24-4146-867B-8A3265B4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ECAC2A-1E9B-4DFF-A8B1-323C93ECE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3171CE-D088-4952-8C69-672EB319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79" y="0"/>
            <a:ext cx="9034021" cy="687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36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B86C9-1925-4D39-8EC8-B8FEBB33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5DA9323-B945-49AB-9668-8D2DE3F24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0451" y="1690688"/>
            <a:ext cx="4001549" cy="3367763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188C5B8-3F6A-4BD0-93A9-BAA6D8108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96"/>
            <a:ext cx="8100767" cy="677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4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0E5AA-1BEA-45F7-A94C-D77C1BB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05E62F-2738-4B35-B77D-185CB40FE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EBD3D2-210E-4719-91B2-235D0AF51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92" y="0"/>
            <a:ext cx="9100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4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F92CF-2BB1-4E0F-86F2-8E25025C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B31419-653B-48CA-93F4-093CBC679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D213C5-3C73-4F1E-A2FE-D3AAABD1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649" y="-20897"/>
            <a:ext cx="8798352" cy="68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8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16FF8-1786-4BAA-925A-F42D3BBA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97" y="250032"/>
            <a:ext cx="10515600" cy="1325563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A23BAD7-5A8B-4EC8-8F50-889FC459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018" y="1825626"/>
            <a:ext cx="10515600" cy="4351338"/>
          </a:xfrm>
        </p:spPr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+ Cloud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Jupiter Notebook</a:t>
            </a: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2081A73-0D1D-467D-815C-56A2D59B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51" y="0"/>
            <a:ext cx="8270449" cy="685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8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3B349-4059-4368-98B5-31430092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3E633B-0858-4160-9C81-0F53BD87F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python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CE3ADC8-7058-4171-9DDC-A11C326C7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22" y="1"/>
            <a:ext cx="7484882" cy="682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8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1CFC4A-2BB9-48B7-81A9-BCAB9C0D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A4BBED-35D5-4D5C-AF79-053ABC01C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F0172B-8544-483B-946F-C04C2CE63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67" y="-27687"/>
            <a:ext cx="8968034" cy="688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3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C85D5-8C90-47C4-A7C0-E4D1C416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GPU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0B7985-DB9A-42FC-B0B8-80C1A8030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093B73-E8E1-450C-828B-028CD2E77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965" y="-14653"/>
            <a:ext cx="8195035" cy="687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7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C85D5-8C90-47C4-A7C0-E4D1C416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GPU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0B7985-DB9A-42FC-B0B8-80C1A8030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D0C1FC-1320-48D3-8F9B-6629DB0C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-21421"/>
            <a:ext cx="8147901" cy="687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C85D5-8C90-47C4-A7C0-E4D1C416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GPU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0B7985-DB9A-42FC-B0B8-80C1A8030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CE1D03-C958-4A1C-A6C8-9D6DD3ADB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59" y="0"/>
            <a:ext cx="8010641" cy="68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8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B58CB-49FD-48FE-8783-B54F3902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C7227-78EA-4EA7-94F5-543B7F65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5015A0-D373-406F-AA2F-81BC3C04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2066"/>
            <a:ext cx="8100767" cy="68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13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EBEE7-0C10-4269-8E21-7CE343F9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97" y="120028"/>
            <a:ext cx="10515600" cy="1325563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8FF537-CDB2-49F1-91B1-03699032A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DB4FD9-7943-4114-8D69-37C296026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3079"/>
            <a:ext cx="8138474" cy="685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37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8F199E-D39C-4C18-850F-D7FC1E09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6" y="252004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1A8EF0-B3DF-41EE-BD2D-96BC66A4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A3CA2B-79FB-40EB-ADDC-02A1C003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1501"/>
            <a:ext cx="8147901" cy="68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65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FF84E4-0D7E-4A03-B9C8-542DA33C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09" y="214296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4822B2-B4F8-4A9A-A93F-E1232A83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424FA8-D6E1-4714-9DFF-99B2E455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6" y="26899"/>
            <a:ext cx="8110194" cy="68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31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DF3873-C293-490B-BB5A-03B45D8CC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6015"/>
            <a:ext cx="10515600" cy="1325563"/>
          </a:xfrm>
        </p:spPr>
        <p:txBody>
          <a:bodyPr>
            <a:normAutofit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22BBD9-164F-4F15-B17E-3EB4881D5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7F42FFF-561B-4B4A-B9D0-24111D76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742" y="0"/>
            <a:ext cx="8100258" cy="680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010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</Words>
  <Application>Microsoft Office PowerPoint</Application>
  <PresentationFormat>Grand écran</PresentationFormat>
  <Paragraphs>11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Google Colab</vt:lpstr>
      <vt:lpstr>Colab</vt:lpstr>
      <vt:lpstr>Présentation PowerPoint</vt:lpstr>
      <vt:lpstr>Configuration GPU</vt:lpstr>
      <vt:lpstr>Configuration GPU</vt:lpstr>
      <vt:lpstr>Configuration GPU</vt:lpstr>
      <vt:lpstr>Présentation PowerPoint</vt:lpstr>
      <vt:lpstr>Présentation PowerPoint</vt:lpstr>
      <vt:lpstr>Torch</vt:lpstr>
      <vt:lpstr>Pytorch + Colab</vt:lpstr>
      <vt:lpstr>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25</cp:revision>
  <dcterms:created xsi:type="dcterms:W3CDTF">2026-09-13T16:05:45Z</dcterms:created>
  <dcterms:modified xsi:type="dcterms:W3CDTF">2026-09-13T16:27:09Z</dcterms:modified>
</cp:coreProperties>
</file>