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57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923E34-90C1-49F0-86DD-254920C2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295" y="0"/>
            <a:ext cx="8430705" cy="683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4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de liste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49C102-4166-48C3-BFB4-B38D70F3C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662" y="-15120"/>
            <a:ext cx="8864338" cy="687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8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de liste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C0E609-8C64-4132-A9C4-4A27F525F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663" y="6109"/>
            <a:ext cx="8864338" cy="685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0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A592E84-25DA-4262-98F3-C4471B00B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15" y="20167"/>
            <a:ext cx="8845485" cy="683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7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509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des donnés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6860CD-B80F-412A-810E-2E6C6C462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089" y="-3739"/>
            <a:ext cx="8854911" cy="686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0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Tenseur vs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6A6DD5-5CF2-48E1-8917-DDC5773AA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42" y="11251"/>
            <a:ext cx="8836059" cy="68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89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Tenseur 3D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FB1815-149D-4946-9038-EBCFF7FF8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479" y="-2191"/>
            <a:ext cx="8647522" cy="68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7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de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F0625E8-217E-494E-B92E-4F66FE3C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45" y="-6944"/>
            <a:ext cx="8166755" cy="686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9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1EB987D-1792-4B10-8A24-CC88DAD3F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087" y="-11163"/>
            <a:ext cx="8081913" cy="686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66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2804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Tenseur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C81857-70E4-49AE-876C-8783E05D2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747" y="-25793"/>
            <a:ext cx="8553254" cy="688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2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Résumé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Tenseur = Contenir vos donnés</a:t>
            </a:r>
          </a:p>
        </p:txBody>
      </p:sp>
    </p:spTree>
    <p:extLst>
      <p:ext uri="{BB962C8B-B14F-4D97-AF65-F5344CB8AC3E}">
        <p14:creationId xmlns:p14="http://schemas.microsoft.com/office/powerpoint/2010/main" val="6080109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</Words>
  <Application>Microsoft Office PowerPoint</Application>
  <PresentationFormat>Grand écran</PresentationFormat>
  <Paragraphs>13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Thème Office</vt:lpstr>
      <vt:lpstr>Projet Tenseur</vt:lpstr>
      <vt:lpstr>Test de liste</vt:lpstr>
      <vt:lpstr>Test de liste</vt:lpstr>
      <vt:lpstr>Numpy</vt:lpstr>
      <vt:lpstr>Type des donnés Numpy</vt:lpstr>
      <vt:lpstr>Tenseur</vt:lpstr>
      <vt:lpstr>Tenseur 3D</vt:lpstr>
      <vt:lpstr>Type de Tenseur</vt:lpstr>
      <vt:lpstr>Numpy en tenseur</vt:lpstr>
      <vt:lpstr>Documentation Tenseur Pytorch</vt:lpstr>
      <vt:lpstr>Résumé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12</cp:revision>
  <dcterms:created xsi:type="dcterms:W3CDTF">2026-09-13T16:30:22Z</dcterms:created>
  <dcterms:modified xsi:type="dcterms:W3CDTF">2026-09-13T16:48:00Z</dcterms:modified>
</cp:coreProperties>
</file>