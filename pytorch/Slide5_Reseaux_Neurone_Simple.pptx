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49" y="469207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C669A28-7EBB-4F89-BEFC-7242B1189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467" y="-2073"/>
            <a:ext cx="8581534" cy="686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4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558" y="169682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FB01A4-838C-4400-BE28-63087B217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099" y="-2903"/>
            <a:ext cx="8147901" cy="686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8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997" y="179109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CA5BE62-AEC3-441D-92EC-F9A1E4CAB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221" y="-6576"/>
            <a:ext cx="8034779" cy="686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9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997" y="179109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4AF65D2-8BD6-4910-8AE3-F3E7B951F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941" y="-1617"/>
            <a:ext cx="8063060" cy="685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10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997" y="179109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47CF3B-484D-48AE-AE02-F57C5905A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233" y="-2191"/>
            <a:ext cx="8100767" cy="68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91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A7F8587-A829-43DD-AA19-70C799BAB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233" y="4215"/>
            <a:ext cx="8100767" cy="685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692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5539590-3941-481D-9D8E-EF5625F913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514" b="50409"/>
          <a:stretch/>
        </p:blipFill>
        <p:spPr>
          <a:xfrm>
            <a:off x="886120" y="1352804"/>
            <a:ext cx="11305880" cy="570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8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709608" cy="1655762"/>
          </a:xfrm>
        </p:spPr>
        <p:txBody>
          <a:bodyPr/>
          <a:lstStyle/>
          <a:p>
            <a:pPr marL="457200" indent="-457200" algn="l">
              <a:buAutoNum type="arabicParenR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Combien d’entrées  de réseaux de neurones pour le cas  d’iris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marL="457200" indent="-457200" algn="l">
              <a:buAutoNum type="arabicParenR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Combien 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de sortie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réseaux de neurones pour le cas d’iris 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    </a:t>
            </a:r>
          </a:p>
        </p:txBody>
      </p:sp>
    </p:spTree>
    <p:extLst>
      <p:ext uri="{BB962C8B-B14F-4D97-AF65-F5344CB8AC3E}">
        <p14:creationId xmlns:p14="http://schemas.microsoft.com/office/powerpoint/2010/main" val="5842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5943313-98A1-4F35-9CEC-F088572CC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881" y="-4569"/>
            <a:ext cx="8506120" cy="686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67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B3B24CC-A145-4F47-8848-2A36FA473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893" y="0"/>
            <a:ext cx="85721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93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DE7E3F1-D042-439E-9876-3505D0183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893" y="-3151"/>
            <a:ext cx="8572107" cy="686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71</Words>
  <Application>Microsoft Office PowerPoint</Application>
  <PresentationFormat>Grand écran</PresentationFormat>
  <Paragraphs>23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Thème Office</vt:lpstr>
      <vt:lpstr>Réseaux  de Neurones</vt:lpstr>
      <vt:lpstr>Iris Dataset</vt:lpstr>
      <vt:lpstr>Iris Dataset</vt:lpstr>
      <vt:lpstr>Iris Dataset</vt:lpstr>
      <vt:lpstr>Iris Dataset</vt:lpstr>
      <vt:lpstr>Réseaux  de Neurones</vt:lpstr>
      <vt:lpstr>Réseaux  de Neurones</vt:lpstr>
      <vt:lpstr>Réseaux  de Neurones</vt:lpstr>
      <vt:lpstr>Réseaux  de Neurones</vt:lpstr>
      <vt:lpstr>Réseaux  de Neurones</vt:lpstr>
      <vt:lpstr>Réseaux  de Neurones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71</cp:revision>
  <dcterms:created xsi:type="dcterms:W3CDTF">2026-09-13T16:30:22Z</dcterms:created>
  <dcterms:modified xsi:type="dcterms:W3CDTF">2026-09-14T08:13:29Z</dcterms:modified>
</cp:coreProperties>
</file>